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325" r:id="rId5"/>
    <p:sldId id="326" r:id="rId6"/>
    <p:sldId id="328" r:id="rId7"/>
    <p:sldId id="329" r:id="rId8"/>
    <p:sldId id="332" r:id="rId9"/>
    <p:sldId id="338" r:id="rId10"/>
    <p:sldId id="330" r:id="rId11"/>
    <p:sldId id="336" r:id="rId12"/>
    <p:sldId id="339" r:id="rId13"/>
    <p:sldId id="340" r:id="rId14"/>
    <p:sldId id="342" r:id="rId15"/>
    <p:sldId id="348" r:id="rId16"/>
    <p:sldId id="333" r:id="rId17"/>
    <p:sldId id="346" r:id="rId18"/>
    <p:sldId id="34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A5A8"/>
    <a:srgbClr val="685135"/>
    <a:srgbClr val="BDA07D"/>
    <a:srgbClr val="F5F9F9"/>
    <a:srgbClr val="627272"/>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89" autoAdjust="0"/>
    <p:restoredTop sz="95238" autoAdjust="0"/>
  </p:normalViewPr>
  <p:slideViewPr>
    <p:cSldViewPr snapToGrid="0">
      <p:cViewPr varScale="1">
        <p:scale>
          <a:sx n="74" d="100"/>
          <a:sy n="74" d="100"/>
        </p:scale>
        <p:origin x="1262" y="4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endParaRPr lang="en-US" dirty="0">
            <a:latin typeface="+mn-lt"/>
          </a:endParaRPr>
        </a:p>
      </dgm:t>
    </dgm:pt>
    <dgm:pt modelId="{4E972F7F-4B1B-47AA-A25B-1FFC561F1C76}" type="parTrans" cxnId="{D3D81948-D963-4D1E-AE16-9705EAF510FC}">
      <dgm:prSet/>
      <dgm:spPr/>
      <dgm:t>
        <a:bodyPr/>
        <a:lstStyle/>
        <a:p>
          <a:endParaRPr lang="en-US"/>
        </a:p>
      </dgm:t>
    </dgm:pt>
    <dgm:pt modelId="{67361508-930A-4A23-8CFC-BB56DA645C3C}" type="sibTrans" cxnId="{D3D81948-D963-4D1E-AE16-9705EAF510FC}">
      <dgm:prSet/>
      <dgm:spPr/>
      <dgm:t>
        <a:bodyPr/>
        <a:lstStyle/>
        <a:p>
          <a:endParaRPr lang="en-US"/>
        </a:p>
      </dgm:t>
    </dgm:pt>
    <dgm:pt modelId="{5E71F362-34DF-4EEC-92A3-0EFE450E05E4}">
      <dgm:prSet phldrT="[Text]" phldr="0"/>
      <dgm:spPr/>
      <dgm:t>
        <a:bodyPr/>
        <a:lstStyle/>
        <a:p>
          <a:r>
            <a:rPr lang="en-US" dirty="0">
              <a:solidFill>
                <a:schemeClr val="accent4">
                  <a:lumMod val="50000"/>
                </a:schemeClr>
              </a:solidFill>
            </a:rPr>
            <a:t>Video Input </a:t>
          </a:r>
          <a:endParaRPr lang="en-US" dirty="0">
            <a:latin typeface="+mn-lt"/>
          </a:endParaRPr>
        </a:p>
      </dgm:t>
    </dgm:pt>
    <dgm:pt modelId="{8E5EE4D1-908E-455C-B8B3-281AD42DEC9A}" type="parTrans" cxnId="{B99CA6C9-28D1-4DDB-B8EC-AED73AD115CA}">
      <dgm:prSet/>
      <dgm:spPr/>
      <dgm:t>
        <a:bodyPr/>
        <a:lstStyle/>
        <a:p>
          <a:endParaRPr lang="en-US"/>
        </a:p>
      </dgm:t>
    </dgm:pt>
    <dgm:pt modelId="{B208B24A-E9FD-40A9-B764-FB7C2B7ED8B9}" type="sibTrans" cxnId="{B99CA6C9-28D1-4DDB-B8EC-AED73AD115CA}">
      <dgm:prSet/>
      <dgm:spPr/>
      <dgm:t>
        <a:bodyPr/>
        <a:lstStyle/>
        <a:p>
          <a:endParaRPr lang="en-US"/>
        </a:p>
      </dgm:t>
    </dgm:pt>
    <dgm:pt modelId="{91969DED-4CB8-4A14-A50B-3F7B848E46B5}">
      <dgm:prSet phldrT="[Text]" phldr="0"/>
      <dgm:spPr/>
      <dgm:t>
        <a:bodyPr/>
        <a:lstStyle/>
        <a:p>
          <a:pPr>
            <a:defRPr b="1"/>
          </a:pPr>
          <a:endParaRPr lang="en-US" dirty="0">
            <a:latin typeface="+mn-lt"/>
          </a:endParaRPr>
        </a:p>
      </dgm:t>
    </dgm:pt>
    <dgm:pt modelId="{441CD73D-85E1-42A6-BCF8-362A3247E2F3}" type="parTrans" cxnId="{537F2ED0-8BD0-4AD5-B60D-89B660EDA1AC}">
      <dgm:prSet/>
      <dgm:spPr/>
      <dgm:t>
        <a:bodyPr/>
        <a:lstStyle/>
        <a:p>
          <a:endParaRPr lang="en-US"/>
        </a:p>
      </dgm:t>
    </dgm:pt>
    <dgm:pt modelId="{81CA8AA2-C0C3-4381-BA8B-413EDD578B83}" type="sibTrans" cxnId="{537F2ED0-8BD0-4AD5-B60D-89B660EDA1AC}">
      <dgm:prSet/>
      <dgm:spPr/>
      <dgm:t>
        <a:bodyPr/>
        <a:lstStyle/>
        <a:p>
          <a:endParaRPr lang="en-US"/>
        </a:p>
      </dgm:t>
    </dgm:pt>
    <dgm:pt modelId="{8A04F340-E8E1-4146-9905-E7ADCAEAABD7}">
      <dgm:prSet phldrT="[Text]" phldr="0"/>
      <dgm:spPr/>
      <dgm:t>
        <a:bodyPr/>
        <a:lstStyle/>
        <a:p>
          <a:r>
            <a:rPr lang="en-US" dirty="0">
              <a:solidFill>
                <a:schemeClr val="accent4">
                  <a:lumMod val="50000"/>
                </a:schemeClr>
              </a:solidFill>
            </a:rPr>
            <a:t>AI Processing </a:t>
          </a:r>
          <a:endParaRPr lang="en-US" dirty="0">
            <a:latin typeface="+mn-lt"/>
          </a:endParaRPr>
        </a:p>
      </dgm:t>
    </dgm:pt>
    <dgm:pt modelId="{4EBD5EC2-45ED-4ED6-8376-97D155A911AE}" type="parTrans" cxnId="{E636BFFB-0404-4D4B-B3F0-C64FDFD9DDEF}">
      <dgm:prSet/>
      <dgm:spPr/>
      <dgm:t>
        <a:bodyPr/>
        <a:lstStyle/>
        <a:p>
          <a:endParaRPr lang="en-US"/>
        </a:p>
      </dgm:t>
    </dgm:pt>
    <dgm:pt modelId="{F9CD2A04-6A34-4104-A971-391788B88F55}" type="sibTrans" cxnId="{E636BFFB-0404-4D4B-B3F0-C64FDFD9DDEF}">
      <dgm:prSet/>
      <dgm:spPr/>
      <dgm:t>
        <a:bodyPr/>
        <a:lstStyle/>
        <a:p>
          <a:endParaRPr lang="en-US"/>
        </a:p>
      </dgm:t>
    </dgm:pt>
    <dgm:pt modelId="{3CC73758-10C1-47F8-AFA7-1A986D4DDD60}">
      <dgm:prSet phldrT="[Text]" phldr="0"/>
      <dgm:spPr/>
      <dgm:t>
        <a:bodyPr/>
        <a:lstStyle/>
        <a:p>
          <a:pPr>
            <a:defRPr b="1"/>
          </a:pPr>
          <a:endParaRPr lang="en-US" dirty="0">
            <a:latin typeface="+mn-lt"/>
          </a:endParaRPr>
        </a:p>
      </dgm:t>
    </dgm:pt>
    <dgm:pt modelId="{FF6AE4B6-4A2F-49EE-9316-9AF55E77838B}" type="parTrans" cxnId="{4A69F85D-5C15-48FD-893A-B3050E1BADEB}">
      <dgm:prSet/>
      <dgm:spPr/>
      <dgm:t>
        <a:bodyPr/>
        <a:lstStyle/>
        <a:p>
          <a:endParaRPr lang="en-US"/>
        </a:p>
      </dgm:t>
    </dgm:pt>
    <dgm:pt modelId="{D8170BBA-6035-4773-8431-FEDD687647FF}" type="sibTrans" cxnId="{4A69F85D-5C15-48FD-893A-B3050E1BADEB}">
      <dgm:prSet/>
      <dgm:spPr/>
      <dgm:t>
        <a:bodyPr/>
        <a:lstStyle/>
        <a:p>
          <a:endParaRPr lang="en-US"/>
        </a:p>
      </dgm:t>
    </dgm:pt>
    <dgm:pt modelId="{FD9CA14A-483C-4869-B0C1-7C5FB7EEDBCC}">
      <dgm:prSet phldrT="[Text]" phldr="0"/>
      <dgm:spPr/>
      <dgm:t>
        <a:bodyPr/>
        <a:lstStyle/>
        <a:p>
          <a:r>
            <a:rPr lang="en-US" dirty="0">
              <a:solidFill>
                <a:schemeClr val="accent4">
                  <a:lumMod val="50000"/>
                </a:schemeClr>
              </a:solidFill>
            </a:rPr>
            <a:t>Violation Detection </a:t>
          </a:r>
          <a:endParaRPr lang="en-US" dirty="0">
            <a:latin typeface="+mn-lt"/>
          </a:endParaRPr>
        </a:p>
      </dgm:t>
    </dgm:pt>
    <dgm:pt modelId="{8182A92F-45BA-4CD1-8E43-0B0810A50FEB}" type="parTrans" cxnId="{5EDA943F-300F-408A-A52E-3D5140FD5C22}">
      <dgm:prSet/>
      <dgm:spPr/>
      <dgm:t>
        <a:bodyPr/>
        <a:lstStyle/>
        <a:p>
          <a:endParaRPr lang="en-US"/>
        </a:p>
      </dgm:t>
    </dgm:pt>
    <dgm:pt modelId="{914BB93C-EA8A-4B5B-8F06-30DA7C7F4B7B}" type="sibTrans" cxnId="{5EDA943F-300F-408A-A52E-3D5140FD5C22}">
      <dgm:prSet/>
      <dgm:spPr/>
      <dgm:t>
        <a:bodyPr/>
        <a:lstStyle/>
        <a:p>
          <a:endParaRPr lang="en-US"/>
        </a:p>
      </dgm:t>
    </dgm:pt>
    <dgm:pt modelId="{D2FE027B-4161-41E1-B4D4-02AECB2E3FA0}">
      <dgm:prSet phldrT="[Text]" phldr="0"/>
      <dgm:spPr/>
      <dgm:t>
        <a:bodyPr/>
        <a:lstStyle/>
        <a:p>
          <a:pPr>
            <a:defRPr b="1"/>
          </a:pPr>
          <a:endParaRPr lang="en-US" dirty="0"/>
        </a:p>
      </dgm:t>
    </dgm:pt>
    <dgm:pt modelId="{88680CFE-3CE0-4842-B3D3-716D3B671238}" type="parTrans" cxnId="{4F4F82A2-02F1-492B-96C1-46C070BEFCE3}">
      <dgm:prSet/>
      <dgm:spPr/>
      <dgm:t>
        <a:bodyPr/>
        <a:lstStyle/>
        <a:p>
          <a:endParaRPr lang="en-US"/>
        </a:p>
      </dgm:t>
    </dgm:pt>
    <dgm:pt modelId="{4D59E06B-629C-40B5-96D3-423B7A56C945}" type="sibTrans" cxnId="{4F4F82A2-02F1-492B-96C1-46C070BEFCE3}">
      <dgm:prSet/>
      <dgm:spPr/>
      <dgm:t>
        <a:bodyPr/>
        <a:lstStyle/>
        <a:p>
          <a:endParaRPr lang="en-US"/>
        </a:p>
      </dgm:t>
    </dgm:pt>
    <dgm:pt modelId="{2BE415B7-7185-4956-8487-237B40BC0EE5}">
      <dgm:prSet phldrT="[Text]" phldr="0"/>
      <dgm:spPr/>
      <dgm:t>
        <a:bodyPr/>
        <a:lstStyle/>
        <a:p>
          <a:r>
            <a:rPr lang="en-US" b="0" i="0" dirty="0"/>
            <a:t>Alert Generation</a:t>
          </a:r>
          <a:endParaRPr lang="en-US" dirty="0"/>
        </a:p>
      </dgm:t>
    </dgm:pt>
    <dgm:pt modelId="{A38E847E-0D1D-4F40-9A71-4D5999ADE08B}" type="parTrans" cxnId="{CB32A309-9CA9-4554-941D-519A91A9E733}">
      <dgm:prSet/>
      <dgm:spPr/>
      <dgm:t>
        <a:bodyPr/>
        <a:lstStyle/>
        <a:p>
          <a:endParaRPr lang="en-US"/>
        </a:p>
      </dgm:t>
    </dgm:pt>
    <dgm:pt modelId="{F0D1C61C-E3F2-49BA-A2D8-C04A81308E5D}" type="sibTrans" cxnId="{CB32A309-9CA9-4554-941D-519A91A9E733}">
      <dgm:prSet/>
      <dgm:spPr/>
      <dgm:t>
        <a:bodyPr/>
        <a:lstStyle/>
        <a:p>
          <a:endParaRPr lang="en-US"/>
        </a:p>
      </dgm:t>
    </dgm:pt>
    <dgm:pt modelId="{ED48DFE0-BA9D-42E4-B632-2FFA26C66957}">
      <dgm:prSet/>
      <dgm:spPr/>
      <dgm:t>
        <a:bodyPr/>
        <a:lstStyle/>
        <a:p>
          <a:pPr>
            <a:defRPr b="1"/>
          </a:pPr>
          <a:endParaRPr lang="en-US"/>
        </a:p>
      </dgm:t>
    </dgm:pt>
    <dgm:pt modelId="{CEC88EDD-DE87-40BA-8E56-0244C5C86A1C}" type="parTrans" cxnId="{B703734E-9D91-49D1-B07F-2CF0F8D353DC}">
      <dgm:prSet/>
      <dgm:spPr/>
      <dgm:t>
        <a:bodyPr/>
        <a:lstStyle/>
        <a:p>
          <a:endParaRPr lang="en-US"/>
        </a:p>
      </dgm:t>
    </dgm:pt>
    <dgm:pt modelId="{08F13459-94EF-4E9A-91F9-897660D1EF67}" type="sibTrans" cxnId="{B703734E-9D91-49D1-B07F-2CF0F8D353DC}">
      <dgm:prSet/>
      <dgm:spPr/>
      <dgm:t>
        <a:bodyPr/>
        <a:lstStyle/>
        <a:p>
          <a:endParaRPr lang="en-US"/>
        </a:p>
      </dgm:t>
    </dgm:pt>
    <dgm:pt modelId="{990AD994-4112-4842-AFF9-32BAE9D5AAB5}">
      <dgm:prSet/>
      <dgm:spPr/>
      <dgm:t>
        <a:bodyPr/>
        <a:lstStyle/>
        <a:p>
          <a:pPr>
            <a:buNone/>
          </a:pPr>
          <a:r>
            <a:rPr lang="en-US" b="0" i="0"/>
            <a:t>Dashboard Display</a:t>
          </a:r>
          <a:endParaRPr lang="en-US"/>
        </a:p>
      </dgm:t>
    </dgm:pt>
    <dgm:pt modelId="{1AF53E41-8FAB-423E-B4F4-A7E734BE7E73}" type="parTrans" cxnId="{1B95714F-8FFB-46A7-A5FA-78A057D9A2EC}">
      <dgm:prSet/>
      <dgm:spPr/>
      <dgm:t>
        <a:bodyPr/>
        <a:lstStyle/>
        <a:p>
          <a:endParaRPr lang="en-US"/>
        </a:p>
      </dgm:t>
    </dgm:pt>
    <dgm:pt modelId="{9EE98660-C614-4A83-9892-5634AB994D1A}" type="sibTrans" cxnId="{1B95714F-8FFB-46A7-A5FA-78A057D9A2EC}">
      <dgm:prSet/>
      <dgm:spPr/>
      <dgm:t>
        <a:bodyPr/>
        <a:lstStyle/>
        <a:p>
          <a:endParaRPr lang="en-US"/>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5">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5"/>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5"/>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5"/>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5">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5"/>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5"/>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5"/>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5">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5"/>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5"/>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5"/>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5">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5"/>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5"/>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5"/>
      <dgm:spPr/>
    </dgm:pt>
    <dgm:pt modelId="{34434334-A935-4057-946F-93B826088F38}" type="pres">
      <dgm:prSet presAssocID="{D2FE027B-4161-41E1-B4D4-02AECB2E3FA0}" presName="EmptyPlaceHolder" presStyleCnt="0"/>
      <dgm:spPr/>
    </dgm:pt>
    <dgm:pt modelId="{82C5EF9F-3128-4BE2-894D-588708F938EE}" type="pres">
      <dgm:prSet presAssocID="{4D59E06B-629C-40B5-96D3-423B7A56C945}" presName="spaceBetweenRectangles" presStyleCnt="0"/>
      <dgm:spPr/>
    </dgm:pt>
    <dgm:pt modelId="{B6B54CAA-C6B4-4832-993C-BC6D8A05B69E}" type="pres">
      <dgm:prSet presAssocID="{ED48DFE0-BA9D-42E4-B632-2FFA26C66957}" presName="composite" presStyleCnt="0"/>
      <dgm:spPr/>
    </dgm:pt>
    <dgm:pt modelId="{E6627DB9-BC9D-42BC-BA96-FED67181DBAD}" type="pres">
      <dgm:prSet presAssocID="{ED48DFE0-BA9D-42E4-B632-2FFA26C66957}" presName="L1TextContainer" presStyleLbl="revTx" presStyleIdx="4" presStyleCnt="5">
        <dgm:presLayoutVars>
          <dgm:chMax val="1"/>
          <dgm:chPref val="1"/>
          <dgm:bulletEnabled val="1"/>
        </dgm:presLayoutVars>
      </dgm:prSet>
      <dgm:spPr/>
    </dgm:pt>
    <dgm:pt modelId="{67806019-3730-4C8D-A7D5-F33EC2543B4A}" type="pres">
      <dgm:prSet presAssocID="{ED48DFE0-BA9D-42E4-B632-2FFA26C66957}" presName="L2TextContainerWrapper" presStyleCnt="0">
        <dgm:presLayoutVars>
          <dgm:chMax val="0"/>
          <dgm:chPref val="0"/>
          <dgm:bulletEnabled val="1"/>
        </dgm:presLayoutVars>
      </dgm:prSet>
      <dgm:spPr/>
    </dgm:pt>
    <dgm:pt modelId="{8EF141D0-5318-4A5B-ACAE-5F5BA0AE3A3D}" type="pres">
      <dgm:prSet presAssocID="{ED48DFE0-BA9D-42E4-B632-2FFA26C66957}" presName="L2TextContainer" presStyleLbl="bgAcc1" presStyleIdx="4" presStyleCnt="5"/>
      <dgm:spPr/>
    </dgm:pt>
    <dgm:pt modelId="{DFF925B8-01B9-4E34-88A1-88125BD40B19}" type="pres">
      <dgm:prSet presAssocID="{ED48DFE0-BA9D-42E4-B632-2FFA26C66957}" presName="FlexibleEmptyPlaceHolder" presStyleCnt="0"/>
      <dgm:spPr/>
    </dgm:pt>
    <dgm:pt modelId="{58ED13C6-83ED-476C-AED5-543DEE9FA640}" type="pres">
      <dgm:prSet presAssocID="{ED48DFE0-BA9D-42E4-B632-2FFA26C66957}" presName="ConnectLine" presStyleLbl="sibTrans1D1" presStyleIdx="4" presStyleCnt="5"/>
      <dgm:spPr>
        <a:noFill/>
        <a:ln w="6350" cap="flat" cmpd="sng" algn="ctr">
          <a:solidFill>
            <a:schemeClr val="accent2">
              <a:hueOff val="0"/>
              <a:satOff val="0"/>
              <a:lumOff val="0"/>
              <a:alphaOff val="0"/>
            </a:schemeClr>
          </a:solidFill>
          <a:prstDash val="dash"/>
          <a:miter lim="800000"/>
        </a:ln>
        <a:effectLst/>
      </dgm:spPr>
    </dgm:pt>
    <dgm:pt modelId="{C13C97AE-360A-41C7-9962-50C9DFA61BD8}" type="pres">
      <dgm:prSet presAssocID="{ED48DFE0-BA9D-42E4-B632-2FFA26C66957}" presName="ConnectorPoint" presStyleLbl="alignNode1" presStyleIdx="4" presStyleCnt="5"/>
      <dgm:spPr/>
    </dgm:pt>
    <dgm:pt modelId="{2323BE45-483B-49BE-978D-828E4285DBA6}" type="pres">
      <dgm:prSet presAssocID="{ED48DFE0-BA9D-42E4-B632-2FFA26C66957}"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B703734E-9D91-49D1-B07F-2CF0F8D353DC}" srcId="{A66480AC-C0DE-4E5E-9ECD-9AE37E3FCB79}" destId="{ED48DFE0-BA9D-42E4-B632-2FFA26C66957}" srcOrd="4" destOrd="0" parTransId="{CEC88EDD-DE87-40BA-8E56-0244C5C86A1C}" sibTransId="{08F13459-94EF-4E9A-91F9-897660D1EF67}"/>
    <dgm:cxn modelId="{1B95714F-8FFB-46A7-A5FA-78A057D9A2EC}" srcId="{ED48DFE0-BA9D-42E4-B632-2FFA26C66957}" destId="{990AD994-4112-4842-AFF9-32BAE9D5AAB5}" srcOrd="0" destOrd="0" parTransId="{1AF53E41-8FAB-423E-B4F4-A7E734BE7E73}" sibTransId="{9EE98660-C614-4A83-9892-5634AB994D1A}"/>
    <dgm:cxn modelId="{41643976-DEF5-44B7-B9E7-888F3AEFC45F}" type="presOf" srcId="{3CC73758-10C1-47F8-AFA7-1A986D4DDD60}" destId="{E712D073-0B15-4887-9DCE-A27BCACBC178}" srcOrd="0" destOrd="0" presId="urn:microsoft.com/office/officeart/2016/7/layout/BasicTimeline"/>
    <dgm:cxn modelId="{DD3AE888-8956-4C30-BEBB-B85C571FCD5A}" type="presOf" srcId="{ED48DFE0-BA9D-42E4-B632-2FFA26C66957}" destId="{E6627DB9-BC9D-42BC-BA96-FED67181DBAD}"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C82918C6-CFB0-4C61-9949-6B7D24DD1A51}" type="presOf" srcId="{990AD994-4112-4842-AFF9-32BAE9D5AAB5}" destId="{8EF141D0-5318-4A5B-ACAE-5F5BA0AE3A3D}"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 modelId="{0D079C18-E3A4-446D-A0E0-D7E4E40680F3}" type="presParOf" srcId="{BDA8F949-88B8-486D-9E41-ABA1463A8926}" destId="{82C5EF9F-3128-4BE2-894D-588708F938EE}" srcOrd="7" destOrd="0" presId="urn:microsoft.com/office/officeart/2016/7/layout/BasicTimeline"/>
    <dgm:cxn modelId="{044511A7-35D1-4BAE-B100-AF6CABE2EFF3}" type="presParOf" srcId="{BDA8F949-88B8-486D-9E41-ABA1463A8926}" destId="{B6B54CAA-C6B4-4832-993C-BC6D8A05B69E}" srcOrd="8" destOrd="0" presId="urn:microsoft.com/office/officeart/2016/7/layout/BasicTimeline"/>
    <dgm:cxn modelId="{30B05A08-A72E-4010-A4FA-07780B959632}" type="presParOf" srcId="{B6B54CAA-C6B4-4832-993C-BC6D8A05B69E}" destId="{E6627DB9-BC9D-42BC-BA96-FED67181DBAD}" srcOrd="0" destOrd="0" presId="urn:microsoft.com/office/officeart/2016/7/layout/BasicTimeline"/>
    <dgm:cxn modelId="{75B71F07-89FC-443C-9411-372A9EA4A856}" type="presParOf" srcId="{B6B54CAA-C6B4-4832-993C-BC6D8A05B69E}" destId="{67806019-3730-4C8D-A7D5-F33EC2543B4A}" srcOrd="1" destOrd="0" presId="urn:microsoft.com/office/officeart/2016/7/layout/BasicTimeline"/>
    <dgm:cxn modelId="{6DA4A712-DF0A-4686-8868-B55355D04077}" type="presParOf" srcId="{67806019-3730-4C8D-A7D5-F33EC2543B4A}" destId="{8EF141D0-5318-4A5B-ACAE-5F5BA0AE3A3D}" srcOrd="0" destOrd="0" presId="urn:microsoft.com/office/officeart/2016/7/layout/BasicTimeline"/>
    <dgm:cxn modelId="{8F8065E5-CDB1-4201-B240-365FF62D8F50}" type="presParOf" srcId="{67806019-3730-4C8D-A7D5-F33EC2543B4A}" destId="{DFF925B8-01B9-4E34-88A1-88125BD40B19}" srcOrd="1" destOrd="0" presId="urn:microsoft.com/office/officeart/2016/7/layout/BasicTimeline"/>
    <dgm:cxn modelId="{55C93086-F6AA-4443-AC14-28CA31D4C9F8}" type="presParOf" srcId="{B6B54CAA-C6B4-4832-993C-BC6D8A05B69E}" destId="{58ED13C6-83ED-476C-AED5-543DEE9FA640}" srcOrd="2" destOrd="0" presId="urn:microsoft.com/office/officeart/2016/7/layout/BasicTimeline"/>
    <dgm:cxn modelId="{1D9CD028-4710-4C71-9FA7-EBE5FFAC9626}" type="presParOf" srcId="{B6B54CAA-C6B4-4832-993C-BC6D8A05B69E}" destId="{C13C97AE-360A-41C7-9962-50C9DFA61BD8}" srcOrd="3" destOrd="0" presId="urn:microsoft.com/office/officeart/2016/7/layout/BasicTimeline"/>
    <dgm:cxn modelId="{9A0F544B-D3A0-4F12-9F80-80A90A4BF7C7}" type="presParOf" srcId="{B6B54CAA-C6B4-4832-993C-BC6D8A05B69E}" destId="{2323BE45-483B-49BE-978D-828E4285DBA6}"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BB4E8B-27DC-439C-A20E-16F9B70A7F69}"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77C568B2-B4D4-4B7C-84EA-E62DB4323A0E}">
      <dgm:prSet/>
      <dgm:spPr/>
      <dgm:t>
        <a:bodyPr/>
        <a:lstStyle/>
        <a:p>
          <a:r>
            <a:rPr lang="en-US" b="1" i="0" baseline="0" dirty="0">
              <a:solidFill>
                <a:schemeClr val="tx1"/>
              </a:solidFill>
            </a:rPr>
            <a:t>1. Data Preprocessing Module:</a:t>
          </a:r>
          <a:endParaRPr lang="en-US" b="1" dirty="0">
            <a:solidFill>
              <a:schemeClr val="tx1"/>
            </a:solidFill>
          </a:endParaRPr>
        </a:p>
      </dgm:t>
    </dgm:pt>
    <dgm:pt modelId="{D7E5BAAB-CE25-43F1-85FB-C5B8EDEF2BBE}" type="parTrans" cxnId="{4C3B798E-E11D-4D83-B8AA-5FE18E5BF0D2}">
      <dgm:prSet/>
      <dgm:spPr/>
      <dgm:t>
        <a:bodyPr/>
        <a:lstStyle/>
        <a:p>
          <a:endParaRPr lang="en-US"/>
        </a:p>
      </dgm:t>
    </dgm:pt>
    <dgm:pt modelId="{BF58E570-916C-44E6-9ACB-95020DD491A0}" type="sibTrans" cxnId="{4C3B798E-E11D-4D83-B8AA-5FE18E5BF0D2}">
      <dgm:prSet/>
      <dgm:spPr/>
      <dgm:t>
        <a:bodyPr/>
        <a:lstStyle/>
        <a:p>
          <a:endParaRPr lang="en-US"/>
        </a:p>
      </dgm:t>
    </dgm:pt>
    <dgm:pt modelId="{7CDF18DB-F713-47EB-90CE-5EF42F4802F8}">
      <dgm:prSet/>
      <dgm:spPr/>
      <dgm:t>
        <a:bodyPr/>
        <a:lstStyle/>
        <a:p>
          <a:r>
            <a:rPr lang="en-US" b="0" i="0" baseline="0"/>
            <a:t>Image loading and formatting</a:t>
          </a:r>
          <a:endParaRPr lang="en-US"/>
        </a:p>
      </dgm:t>
    </dgm:pt>
    <dgm:pt modelId="{2D64BBA5-3AD1-48CD-9EB7-D26A66B56783}" type="parTrans" cxnId="{2D445396-82F0-4393-8541-1BF38E5E2671}">
      <dgm:prSet/>
      <dgm:spPr/>
      <dgm:t>
        <a:bodyPr/>
        <a:lstStyle/>
        <a:p>
          <a:endParaRPr lang="en-US"/>
        </a:p>
      </dgm:t>
    </dgm:pt>
    <dgm:pt modelId="{FE463ACE-B74C-43D3-A7B6-9264E192A7D9}" type="sibTrans" cxnId="{2D445396-82F0-4393-8541-1BF38E5E2671}">
      <dgm:prSet/>
      <dgm:spPr/>
      <dgm:t>
        <a:bodyPr/>
        <a:lstStyle/>
        <a:p>
          <a:endParaRPr lang="en-US"/>
        </a:p>
      </dgm:t>
    </dgm:pt>
    <dgm:pt modelId="{B0F973DF-1F00-41CC-AF75-AE3E84A4F0DA}">
      <dgm:prSet/>
      <dgm:spPr/>
      <dgm:t>
        <a:bodyPr/>
        <a:lstStyle/>
        <a:p>
          <a:r>
            <a:rPr lang="en-US" b="0" i="0" baseline="0"/>
            <a:t>YOLO annotation processing</a:t>
          </a:r>
          <a:endParaRPr lang="en-US"/>
        </a:p>
      </dgm:t>
    </dgm:pt>
    <dgm:pt modelId="{F9C92E69-4D55-4BFA-A5B0-5E1EE62F16FE}" type="parTrans" cxnId="{0D495631-833C-4AB5-8E69-C643108F6426}">
      <dgm:prSet/>
      <dgm:spPr/>
      <dgm:t>
        <a:bodyPr/>
        <a:lstStyle/>
        <a:p>
          <a:endParaRPr lang="en-US"/>
        </a:p>
      </dgm:t>
    </dgm:pt>
    <dgm:pt modelId="{43297F0F-8A14-40F2-9B67-8A586DCF2AC1}" type="sibTrans" cxnId="{0D495631-833C-4AB5-8E69-C643108F6426}">
      <dgm:prSet/>
      <dgm:spPr/>
      <dgm:t>
        <a:bodyPr/>
        <a:lstStyle/>
        <a:p>
          <a:endParaRPr lang="en-US"/>
        </a:p>
      </dgm:t>
    </dgm:pt>
    <dgm:pt modelId="{570375ED-7767-43F6-9237-545A9535292E}">
      <dgm:prSet/>
      <dgm:spPr/>
      <dgm:t>
        <a:bodyPr/>
        <a:lstStyle/>
        <a:p>
          <a:r>
            <a:rPr lang="en-US" b="0" i="0" baseline="0"/>
            <a:t>Train/validation/test split</a:t>
          </a:r>
          <a:endParaRPr lang="en-US"/>
        </a:p>
      </dgm:t>
    </dgm:pt>
    <dgm:pt modelId="{907881F8-1EE8-4177-915C-978A7489C7D1}" type="parTrans" cxnId="{019BA7E5-BDFC-4014-A347-B8334AF83E25}">
      <dgm:prSet/>
      <dgm:spPr/>
      <dgm:t>
        <a:bodyPr/>
        <a:lstStyle/>
        <a:p>
          <a:endParaRPr lang="en-US"/>
        </a:p>
      </dgm:t>
    </dgm:pt>
    <dgm:pt modelId="{D7AB7DC9-9E43-4711-B480-1A3140D60FFF}" type="sibTrans" cxnId="{019BA7E5-BDFC-4014-A347-B8334AF83E25}">
      <dgm:prSet/>
      <dgm:spPr/>
      <dgm:t>
        <a:bodyPr/>
        <a:lstStyle/>
        <a:p>
          <a:endParaRPr lang="en-US"/>
        </a:p>
      </dgm:t>
    </dgm:pt>
    <dgm:pt modelId="{95056087-36FE-4DCD-B591-26BCFF5E00C0}">
      <dgm:prSet/>
      <dgm:spPr/>
      <dgm:t>
        <a:bodyPr/>
        <a:lstStyle/>
        <a:p>
          <a:r>
            <a:rPr lang="en-US" b="1" i="0" baseline="0" dirty="0">
              <a:solidFill>
                <a:schemeClr val="tx1"/>
              </a:solidFill>
            </a:rPr>
            <a:t>2. Model Training Module:</a:t>
          </a:r>
          <a:endParaRPr lang="en-US" b="1" dirty="0">
            <a:solidFill>
              <a:schemeClr val="tx1"/>
            </a:solidFill>
          </a:endParaRPr>
        </a:p>
      </dgm:t>
    </dgm:pt>
    <dgm:pt modelId="{5CB279EE-E44D-4DFB-BEB3-FCD171F6E0D4}" type="parTrans" cxnId="{9FA23716-E24C-4B47-86C8-276EBF469D2F}">
      <dgm:prSet/>
      <dgm:spPr/>
      <dgm:t>
        <a:bodyPr/>
        <a:lstStyle/>
        <a:p>
          <a:endParaRPr lang="en-US"/>
        </a:p>
      </dgm:t>
    </dgm:pt>
    <dgm:pt modelId="{ED6FF583-41A9-4C7C-A6A2-4BB5A3AD979A}" type="sibTrans" cxnId="{9FA23716-E24C-4B47-86C8-276EBF469D2F}">
      <dgm:prSet/>
      <dgm:spPr/>
      <dgm:t>
        <a:bodyPr/>
        <a:lstStyle/>
        <a:p>
          <a:endParaRPr lang="en-US"/>
        </a:p>
      </dgm:t>
    </dgm:pt>
    <dgm:pt modelId="{45C531AF-2C27-4D04-8210-41ADC0802E82}">
      <dgm:prSet/>
      <dgm:spPr/>
      <dgm:t>
        <a:bodyPr/>
        <a:lstStyle/>
        <a:p>
          <a:r>
            <a:rPr lang="en-US" b="0" i="0" baseline="0"/>
            <a:t>YOLOv8 model initialization</a:t>
          </a:r>
          <a:endParaRPr lang="en-US"/>
        </a:p>
      </dgm:t>
    </dgm:pt>
    <dgm:pt modelId="{C98DCAAE-B907-431B-8207-F44DF066E5FD}" type="parTrans" cxnId="{46BE19D6-5337-454B-ABD8-BB516A265D73}">
      <dgm:prSet/>
      <dgm:spPr/>
      <dgm:t>
        <a:bodyPr/>
        <a:lstStyle/>
        <a:p>
          <a:endParaRPr lang="en-US"/>
        </a:p>
      </dgm:t>
    </dgm:pt>
    <dgm:pt modelId="{9B9FB262-F5E3-47D2-A057-6B725EEF56B0}" type="sibTrans" cxnId="{46BE19D6-5337-454B-ABD8-BB516A265D73}">
      <dgm:prSet/>
      <dgm:spPr/>
      <dgm:t>
        <a:bodyPr/>
        <a:lstStyle/>
        <a:p>
          <a:endParaRPr lang="en-US"/>
        </a:p>
      </dgm:t>
    </dgm:pt>
    <dgm:pt modelId="{44B28626-1189-4ACE-A900-EFA0CB7176B9}">
      <dgm:prSet/>
      <dgm:spPr/>
      <dgm:t>
        <a:bodyPr/>
        <a:lstStyle/>
        <a:p>
          <a:r>
            <a:rPr lang="en-US" b="0" i="0" baseline="0"/>
            <a:t>Custom dataset training</a:t>
          </a:r>
          <a:endParaRPr lang="en-US"/>
        </a:p>
      </dgm:t>
    </dgm:pt>
    <dgm:pt modelId="{AC176EFE-228D-4EF5-9BD8-9353FA6E6C95}" type="parTrans" cxnId="{F17B2F70-4444-4C21-A6D5-F6CE09617C37}">
      <dgm:prSet/>
      <dgm:spPr/>
      <dgm:t>
        <a:bodyPr/>
        <a:lstStyle/>
        <a:p>
          <a:endParaRPr lang="en-US"/>
        </a:p>
      </dgm:t>
    </dgm:pt>
    <dgm:pt modelId="{4E3AD651-2C39-453B-B90E-67FD6FF013E3}" type="sibTrans" cxnId="{F17B2F70-4444-4C21-A6D5-F6CE09617C37}">
      <dgm:prSet/>
      <dgm:spPr/>
      <dgm:t>
        <a:bodyPr/>
        <a:lstStyle/>
        <a:p>
          <a:endParaRPr lang="en-US"/>
        </a:p>
      </dgm:t>
    </dgm:pt>
    <dgm:pt modelId="{59AA463C-CB3B-48CE-B35C-CC7506CB87FD}">
      <dgm:prSet/>
      <dgm:spPr/>
      <dgm:t>
        <a:bodyPr/>
        <a:lstStyle/>
        <a:p>
          <a:r>
            <a:rPr lang="en-US" b="0" i="0" baseline="0"/>
            <a:t>Performance evaluation</a:t>
          </a:r>
          <a:endParaRPr lang="en-US"/>
        </a:p>
      </dgm:t>
    </dgm:pt>
    <dgm:pt modelId="{BF2FE9E0-5732-4D05-BA16-47FA62D8E375}" type="parTrans" cxnId="{78D28A24-51DE-4902-AA62-17319E01ACBA}">
      <dgm:prSet/>
      <dgm:spPr/>
      <dgm:t>
        <a:bodyPr/>
        <a:lstStyle/>
        <a:p>
          <a:endParaRPr lang="en-US"/>
        </a:p>
      </dgm:t>
    </dgm:pt>
    <dgm:pt modelId="{74AF5F69-3B15-484F-95B3-59D1F114BD29}" type="sibTrans" cxnId="{78D28A24-51DE-4902-AA62-17319E01ACBA}">
      <dgm:prSet/>
      <dgm:spPr/>
      <dgm:t>
        <a:bodyPr/>
        <a:lstStyle/>
        <a:p>
          <a:endParaRPr lang="en-US"/>
        </a:p>
      </dgm:t>
    </dgm:pt>
    <dgm:pt modelId="{0CD9842D-31CB-4A7A-A681-E36FE90D8700}">
      <dgm:prSet/>
      <dgm:spPr/>
      <dgm:t>
        <a:bodyPr/>
        <a:lstStyle/>
        <a:p>
          <a:r>
            <a:rPr lang="en-US" b="1" i="0" baseline="0" dirty="0">
              <a:solidFill>
                <a:schemeClr val="tx1"/>
              </a:solidFill>
            </a:rPr>
            <a:t>3. Real-time Detection Module:</a:t>
          </a:r>
          <a:endParaRPr lang="en-US" b="1" dirty="0">
            <a:solidFill>
              <a:schemeClr val="tx1"/>
            </a:solidFill>
          </a:endParaRPr>
        </a:p>
      </dgm:t>
    </dgm:pt>
    <dgm:pt modelId="{78369266-E40D-4D47-8FB5-3706BBE02BBB}" type="parTrans" cxnId="{253CA396-C8F9-4E0D-9E6B-B0441B73F70D}">
      <dgm:prSet/>
      <dgm:spPr/>
      <dgm:t>
        <a:bodyPr/>
        <a:lstStyle/>
        <a:p>
          <a:endParaRPr lang="en-US"/>
        </a:p>
      </dgm:t>
    </dgm:pt>
    <dgm:pt modelId="{F28C0EF5-0628-4E6A-A7DE-569F1367A5C1}" type="sibTrans" cxnId="{253CA396-C8F9-4E0D-9E6B-B0441B73F70D}">
      <dgm:prSet/>
      <dgm:spPr/>
      <dgm:t>
        <a:bodyPr/>
        <a:lstStyle/>
        <a:p>
          <a:endParaRPr lang="en-US"/>
        </a:p>
      </dgm:t>
    </dgm:pt>
    <dgm:pt modelId="{FC488A66-05C6-4294-ACDC-E057F93F4D10}">
      <dgm:prSet/>
      <dgm:spPr/>
      <dgm:t>
        <a:bodyPr/>
        <a:lstStyle/>
        <a:p>
          <a:r>
            <a:rPr lang="en-US" b="0" i="0" baseline="0"/>
            <a:t>Video stream input processing</a:t>
          </a:r>
          <a:endParaRPr lang="en-US"/>
        </a:p>
      </dgm:t>
    </dgm:pt>
    <dgm:pt modelId="{83BA370E-C524-4DDA-B790-70478085B26E}" type="parTrans" cxnId="{C5D185D9-ED6F-4F2C-86C7-57EF7ACDA2C0}">
      <dgm:prSet/>
      <dgm:spPr/>
      <dgm:t>
        <a:bodyPr/>
        <a:lstStyle/>
        <a:p>
          <a:endParaRPr lang="en-US"/>
        </a:p>
      </dgm:t>
    </dgm:pt>
    <dgm:pt modelId="{CBC78FFE-5D42-4003-A31E-AC13A01673DA}" type="sibTrans" cxnId="{C5D185D9-ED6F-4F2C-86C7-57EF7ACDA2C0}">
      <dgm:prSet/>
      <dgm:spPr/>
      <dgm:t>
        <a:bodyPr/>
        <a:lstStyle/>
        <a:p>
          <a:endParaRPr lang="en-US"/>
        </a:p>
      </dgm:t>
    </dgm:pt>
    <dgm:pt modelId="{D0A16FC7-6A6B-4BB5-8BEB-B627A3FC30F0}">
      <dgm:prSet/>
      <dgm:spPr/>
      <dgm:t>
        <a:bodyPr/>
        <a:lstStyle/>
        <a:p>
          <a:r>
            <a:rPr lang="en-US" b="0" i="0" baseline="0"/>
            <a:t>Live inference pipeline</a:t>
          </a:r>
          <a:endParaRPr lang="en-US"/>
        </a:p>
      </dgm:t>
    </dgm:pt>
    <dgm:pt modelId="{A56946D8-55E3-4987-9DA1-4712B86660C9}" type="parTrans" cxnId="{56B8C337-2DCE-47D9-BD8E-9A8D449F6A0D}">
      <dgm:prSet/>
      <dgm:spPr/>
      <dgm:t>
        <a:bodyPr/>
        <a:lstStyle/>
        <a:p>
          <a:endParaRPr lang="en-US"/>
        </a:p>
      </dgm:t>
    </dgm:pt>
    <dgm:pt modelId="{F9EAA517-A00F-4985-A915-037A64735EFB}" type="sibTrans" cxnId="{56B8C337-2DCE-47D9-BD8E-9A8D449F6A0D}">
      <dgm:prSet/>
      <dgm:spPr/>
      <dgm:t>
        <a:bodyPr/>
        <a:lstStyle/>
        <a:p>
          <a:endParaRPr lang="en-US"/>
        </a:p>
      </dgm:t>
    </dgm:pt>
    <dgm:pt modelId="{54CE279F-1807-42C7-9A6C-19A67C86FFE9}">
      <dgm:prSet/>
      <dgm:spPr/>
      <dgm:t>
        <a:bodyPr/>
        <a:lstStyle/>
        <a:p>
          <a:r>
            <a:rPr lang="en-US" b="0" i="0" baseline="0"/>
            <a:t>Bounding box overlay generation</a:t>
          </a:r>
          <a:endParaRPr lang="en-US"/>
        </a:p>
      </dgm:t>
    </dgm:pt>
    <dgm:pt modelId="{8ACC80F2-4023-4450-AB69-C188CF60F1F1}" type="parTrans" cxnId="{DC5E88B6-5617-4030-BA26-0CF171E233BF}">
      <dgm:prSet/>
      <dgm:spPr/>
      <dgm:t>
        <a:bodyPr/>
        <a:lstStyle/>
        <a:p>
          <a:endParaRPr lang="en-US"/>
        </a:p>
      </dgm:t>
    </dgm:pt>
    <dgm:pt modelId="{077E9C62-BE1F-4DE0-BFBB-8807953CC27B}" type="sibTrans" cxnId="{DC5E88B6-5617-4030-BA26-0CF171E233BF}">
      <dgm:prSet/>
      <dgm:spPr/>
      <dgm:t>
        <a:bodyPr/>
        <a:lstStyle/>
        <a:p>
          <a:endParaRPr lang="en-US"/>
        </a:p>
      </dgm:t>
    </dgm:pt>
    <dgm:pt modelId="{E81219E6-3993-4612-994C-9B4EFDC6DDB2}">
      <dgm:prSet/>
      <dgm:spPr/>
      <dgm:t>
        <a:bodyPr/>
        <a:lstStyle/>
        <a:p>
          <a:r>
            <a:rPr lang="en-US" b="1" i="0" baseline="0" dirty="0">
              <a:solidFill>
                <a:schemeClr val="tx1"/>
              </a:solidFill>
            </a:rPr>
            <a:t>4. Alert System Module:</a:t>
          </a:r>
          <a:endParaRPr lang="en-US" b="1" dirty="0">
            <a:solidFill>
              <a:schemeClr val="tx1"/>
            </a:solidFill>
          </a:endParaRPr>
        </a:p>
      </dgm:t>
    </dgm:pt>
    <dgm:pt modelId="{D8FFEA8E-42C0-41D8-894A-A92A36BF401F}" type="parTrans" cxnId="{6282351D-A64F-4D54-A823-F5CCF3983920}">
      <dgm:prSet/>
      <dgm:spPr/>
      <dgm:t>
        <a:bodyPr/>
        <a:lstStyle/>
        <a:p>
          <a:endParaRPr lang="en-US"/>
        </a:p>
      </dgm:t>
    </dgm:pt>
    <dgm:pt modelId="{5DBAB316-6B48-4D0E-8BF0-481BA8993A72}" type="sibTrans" cxnId="{6282351D-A64F-4D54-A823-F5CCF3983920}">
      <dgm:prSet/>
      <dgm:spPr/>
      <dgm:t>
        <a:bodyPr/>
        <a:lstStyle/>
        <a:p>
          <a:endParaRPr lang="en-US"/>
        </a:p>
      </dgm:t>
    </dgm:pt>
    <dgm:pt modelId="{574827F3-6554-4AB2-AE0E-9219AC5FB9C0}">
      <dgm:prSet/>
      <dgm:spPr/>
      <dgm:t>
        <a:bodyPr/>
        <a:lstStyle/>
        <a:p>
          <a:r>
            <a:rPr lang="en-US" b="0" i="0" baseline="0"/>
            <a:t>Violation detection logic</a:t>
          </a:r>
          <a:endParaRPr lang="en-US"/>
        </a:p>
      </dgm:t>
    </dgm:pt>
    <dgm:pt modelId="{BAF66EE8-94C1-448C-8092-2A9A659AE28F}" type="parTrans" cxnId="{4E325E15-20B7-4DA7-9271-F259AFA4AB69}">
      <dgm:prSet/>
      <dgm:spPr/>
      <dgm:t>
        <a:bodyPr/>
        <a:lstStyle/>
        <a:p>
          <a:endParaRPr lang="en-US"/>
        </a:p>
      </dgm:t>
    </dgm:pt>
    <dgm:pt modelId="{C1DABAA6-E985-4AEA-883D-517326238454}" type="sibTrans" cxnId="{4E325E15-20B7-4DA7-9271-F259AFA4AB69}">
      <dgm:prSet/>
      <dgm:spPr/>
      <dgm:t>
        <a:bodyPr/>
        <a:lstStyle/>
        <a:p>
          <a:endParaRPr lang="en-US"/>
        </a:p>
      </dgm:t>
    </dgm:pt>
    <dgm:pt modelId="{BA843E0B-379A-45C0-8666-D8F18FB073C0}">
      <dgm:prSet/>
      <dgm:spPr/>
      <dgm:t>
        <a:bodyPr/>
        <a:lstStyle/>
        <a:p>
          <a:r>
            <a:rPr lang="en-US" b="0" i="0" baseline="0"/>
            <a:t>Multi-channel notifications</a:t>
          </a:r>
          <a:endParaRPr lang="en-US"/>
        </a:p>
      </dgm:t>
    </dgm:pt>
    <dgm:pt modelId="{4A99E5BB-697F-4446-A1BB-CABA78FFD20D}" type="parTrans" cxnId="{64529ABA-FAC4-49B0-A9A8-8F4F73A7796E}">
      <dgm:prSet/>
      <dgm:spPr/>
      <dgm:t>
        <a:bodyPr/>
        <a:lstStyle/>
        <a:p>
          <a:endParaRPr lang="en-US"/>
        </a:p>
      </dgm:t>
    </dgm:pt>
    <dgm:pt modelId="{2155DB78-0824-4994-BDBE-667C5E4AE57B}" type="sibTrans" cxnId="{64529ABA-FAC4-49B0-A9A8-8F4F73A7796E}">
      <dgm:prSet/>
      <dgm:spPr/>
      <dgm:t>
        <a:bodyPr/>
        <a:lstStyle/>
        <a:p>
          <a:endParaRPr lang="en-US"/>
        </a:p>
      </dgm:t>
    </dgm:pt>
    <dgm:pt modelId="{3D96FD2B-A215-4434-82F4-98E9F7E7534C}">
      <dgm:prSet/>
      <dgm:spPr/>
      <dgm:t>
        <a:bodyPr/>
        <a:lstStyle/>
        <a:p>
          <a:r>
            <a:rPr lang="en-US" b="0" i="0" baseline="0"/>
            <a:t>Alert logging and tracking</a:t>
          </a:r>
          <a:endParaRPr lang="en-US"/>
        </a:p>
      </dgm:t>
    </dgm:pt>
    <dgm:pt modelId="{9A417EC5-2ACD-45FF-995F-CB67239E4708}" type="parTrans" cxnId="{A81EC953-AF06-498B-88F3-201672AC9D4C}">
      <dgm:prSet/>
      <dgm:spPr/>
      <dgm:t>
        <a:bodyPr/>
        <a:lstStyle/>
        <a:p>
          <a:endParaRPr lang="en-US"/>
        </a:p>
      </dgm:t>
    </dgm:pt>
    <dgm:pt modelId="{0D8F7A1C-3BE5-4425-B5E9-44108D2DB8B2}" type="sibTrans" cxnId="{A81EC953-AF06-498B-88F3-201672AC9D4C}">
      <dgm:prSet/>
      <dgm:spPr/>
      <dgm:t>
        <a:bodyPr/>
        <a:lstStyle/>
        <a:p>
          <a:endParaRPr lang="en-US"/>
        </a:p>
      </dgm:t>
    </dgm:pt>
    <dgm:pt modelId="{0771EC71-1C23-4E50-BD6A-FB94791A845A}">
      <dgm:prSet/>
      <dgm:spPr/>
      <dgm:t>
        <a:bodyPr/>
        <a:lstStyle/>
        <a:p>
          <a:r>
            <a:rPr lang="en-US" b="1" i="0" baseline="0" dirty="0">
              <a:solidFill>
                <a:schemeClr val="tx1"/>
              </a:solidFill>
            </a:rPr>
            <a:t>5. Dashboard Module:</a:t>
          </a:r>
          <a:endParaRPr lang="en-US" b="1" dirty="0">
            <a:solidFill>
              <a:schemeClr val="tx1"/>
            </a:solidFill>
          </a:endParaRPr>
        </a:p>
      </dgm:t>
    </dgm:pt>
    <dgm:pt modelId="{490BC06D-D57A-44C6-80B4-F73B300F1E0E}" type="parTrans" cxnId="{C4099139-33CD-4B81-BA24-489056018EB2}">
      <dgm:prSet/>
      <dgm:spPr/>
      <dgm:t>
        <a:bodyPr/>
        <a:lstStyle/>
        <a:p>
          <a:endParaRPr lang="en-US"/>
        </a:p>
      </dgm:t>
    </dgm:pt>
    <dgm:pt modelId="{9CB1C46C-32E3-4DE5-9E37-987DE622F60E}" type="sibTrans" cxnId="{C4099139-33CD-4B81-BA24-489056018EB2}">
      <dgm:prSet/>
      <dgm:spPr/>
      <dgm:t>
        <a:bodyPr/>
        <a:lstStyle/>
        <a:p>
          <a:endParaRPr lang="en-US"/>
        </a:p>
      </dgm:t>
    </dgm:pt>
    <dgm:pt modelId="{CD563B18-ABE2-41E5-90C2-F16F47F32704}">
      <dgm:prSet/>
      <dgm:spPr/>
      <dgm:t>
        <a:bodyPr/>
        <a:lstStyle/>
        <a:p>
          <a:r>
            <a:rPr lang="en-US" b="0" i="0" baseline="0"/>
            <a:t>Live video display with overlays</a:t>
          </a:r>
          <a:endParaRPr lang="en-US"/>
        </a:p>
      </dgm:t>
    </dgm:pt>
    <dgm:pt modelId="{969D31F7-95F1-40BD-B4C2-BBF3BCD8F6D3}" type="parTrans" cxnId="{A1CECC71-165C-4DD8-AB7F-4C8214529D2D}">
      <dgm:prSet/>
      <dgm:spPr/>
      <dgm:t>
        <a:bodyPr/>
        <a:lstStyle/>
        <a:p>
          <a:endParaRPr lang="en-US"/>
        </a:p>
      </dgm:t>
    </dgm:pt>
    <dgm:pt modelId="{AC363080-5461-43FD-B2A5-2FEDEF524390}" type="sibTrans" cxnId="{A1CECC71-165C-4DD8-AB7F-4C8214529D2D}">
      <dgm:prSet/>
      <dgm:spPr/>
      <dgm:t>
        <a:bodyPr/>
        <a:lstStyle/>
        <a:p>
          <a:endParaRPr lang="en-US"/>
        </a:p>
      </dgm:t>
    </dgm:pt>
    <dgm:pt modelId="{64840169-0C1A-4041-B247-5C2E062C41FC}">
      <dgm:prSet/>
      <dgm:spPr/>
      <dgm:t>
        <a:bodyPr/>
        <a:lstStyle/>
        <a:p>
          <a:r>
            <a:rPr lang="en-US" b="0" i="0" baseline="0"/>
            <a:t>Compliance statistics visualization</a:t>
          </a:r>
          <a:endParaRPr lang="en-US"/>
        </a:p>
      </dgm:t>
    </dgm:pt>
    <dgm:pt modelId="{AEC12A36-AD5A-4CB2-A8CE-113809CEA2A5}" type="parTrans" cxnId="{A6D9A311-D040-4A0D-AAC5-974221002714}">
      <dgm:prSet/>
      <dgm:spPr/>
      <dgm:t>
        <a:bodyPr/>
        <a:lstStyle/>
        <a:p>
          <a:endParaRPr lang="en-US"/>
        </a:p>
      </dgm:t>
    </dgm:pt>
    <dgm:pt modelId="{2C2F09A8-4C54-4C28-90BD-11B8BF7B2FA0}" type="sibTrans" cxnId="{A6D9A311-D040-4A0D-AAC5-974221002714}">
      <dgm:prSet/>
      <dgm:spPr/>
      <dgm:t>
        <a:bodyPr/>
        <a:lstStyle/>
        <a:p>
          <a:endParaRPr lang="en-US"/>
        </a:p>
      </dgm:t>
    </dgm:pt>
    <dgm:pt modelId="{54FC728F-91FF-4B5A-A455-2D5001CCCE1D}">
      <dgm:prSet/>
      <dgm:spPr/>
      <dgm:t>
        <a:bodyPr/>
        <a:lstStyle/>
        <a:p>
          <a:r>
            <a:rPr lang="en-US" b="0" i="0" baseline="0" dirty="0"/>
            <a:t>Historical violation data</a:t>
          </a:r>
          <a:endParaRPr lang="en-US" dirty="0"/>
        </a:p>
      </dgm:t>
    </dgm:pt>
    <dgm:pt modelId="{FF2AD1F0-2808-4261-ABB0-CA73FCA84C86}" type="parTrans" cxnId="{40B6F02F-18C9-4E05-99E2-F5AECDEF4626}">
      <dgm:prSet/>
      <dgm:spPr/>
      <dgm:t>
        <a:bodyPr/>
        <a:lstStyle/>
        <a:p>
          <a:endParaRPr lang="en-US"/>
        </a:p>
      </dgm:t>
    </dgm:pt>
    <dgm:pt modelId="{41A67F0A-931D-4BDA-8348-5306F5714294}" type="sibTrans" cxnId="{40B6F02F-18C9-4E05-99E2-F5AECDEF4626}">
      <dgm:prSet/>
      <dgm:spPr/>
      <dgm:t>
        <a:bodyPr/>
        <a:lstStyle/>
        <a:p>
          <a:endParaRPr lang="en-US"/>
        </a:p>
      </dgm:t>
    </dgm:pt>
    <dgm:pt modelId="{594F5AC8-46ED-4245-931E-847A8490CB47}" type="pres">
      <dgm:prSet presAssocID="{C4BB4E8B-27DC-439C-A20E-16F9B70A7F69}" presName="diagram" presStyleCnt="0">
        <dgm:presLayoutVars>
          <dgm:chPref val="1"/>
          <dgm:dir/>
          <dgm:animOne val="branch"/>
          <dgm:animLvl val="lvl"/>
          <dgm:resizeHandles/>
        </dgm:presLayoutVars>
      </dgm:prSet>
      <dgm:spPr/>
    </dgm:pt>
    <dgm:pt modelId="{4C48BB3C-B2BC-4427-83BD-EBF3C139D5FF}" type="pres">
      <dgm:prSet presAssocID="{77C568B2-B4D4-4B7C-84EA-E62DB4323A0E}" presName="root" presStyleCnt="0"/>
      <dgm:spPr/>
    </dgm:pt>
    <dgm:pt modelId="{3CD1406D-AD98-4F9D-BAA7-FF2E02FAA452}" type="pres">
      <dgm:prSet presAssocID="{77C568B2-B4D4-4B7C-84EA-E62DB4323A0E}" presName="rootComposite" presStyleCnt="0"/>
      <dgm:spPr/>
    </dgm:pt>
    <dgm:pt modelId="{62BA189B-FB7C-44E8-90A0-E47E20D1E133}" type="pres">
      <dgm:prSet presAssocID="{77C568B2-B4D4-4B7C-84EA-E62DB4323A0E}" presName="rootText" presStyleLbl="node1" presStyleIdx="0" presStyleCnt="5"/>
      <dgm:spPr/>
    </dgm:pt>
    <dgm:pt modelId="{20B6166A-1851-414B-B585-6F9EFB3D6B39}" type="pres">
      <dgm:prSet presAssocID="{77C568B2-B4D4-4B7C-84EA-E62DB4323A0E}" presName="rootConnector" presStyleLbl="node1" presStyleIdx="0" presStyleCnt="5"/>
      <dgm:spPr/>
    </dgm:pt>
    <dgm:pt modelId="{C0EAAE91-E47F-4872-9FBC-C5BBC6B20937}" type="pres">
      <dgm:prSet presAssocID="{77C568B2-B4D4-4B7C-84EA-E62DB4323A0E}" presName="childShape" presStyleCnt="0"/>
      <dgm:spPr/>
    </dgm:pt>
    <dgm:pt modelId="{060ACBCC-5BFE-4CB7-A4C4-2FEA6907CC41}" type="pres">
      <dgm:prSet presAssocID="{2D64BBA5-3AD1-48CD-9EB7-D26A66B56783}" presName="Name13" presStyleLbl="parChTrans1D2" presStyleIdx="0" presStyleCnt="15"/>
      <dgm:spPr/>
    </dgm:pt>
    <dgm:pt modelId="{31D41207-3369-44B6-8068-A256CDAC889D}" type="pres">
      <dgm:prSet presAssocID="{7CDF18DB-F713-47EB-90CE-5EF42F4802F8}" presName="childText" presStyleLbl="bgAcc1" presStyleIdx="0" presStyleCnt="15">
        <dgm:presLayoutVars>
          <dgm:bulletEnabled val="1"/>
        </dgm:presLayoutVars>
      </dgm:prSet>
      <dgm:spPr/>
    </dgm:pt>
    <dgm:pt modelId="{13BF3812-4D09-4C04-ACE1-6D384E14E700}" type="pres">
      <dgm:prSet presAssocID="{F9C92E69-4D55-4BFA-A5B0-5E1EE62F16FE}" presName="Name13" presStyleLbl="parChTrans1D2" presStyleIdx="1" presStyleCnt="15"/>
      <dgm:spPr/>
    </dgm:pt>
    <dgm:pt modelId="{19A50334-9CCC-40F1-86BC-41D11A7FFB39}" type="pres">
      <dgm:prSet presAssocID="{B0F973DF-1F00-41CC-AF75-AE3E84A4F0DA}" presName="childText" presStyleLbl="bgAcc1" presStyleIdx="1" presStyleCnt="15">
        <dgm:presLayoutVars>
          <dgm:bulletEnabled val="1"/>
        </dgm:presLayoutVars>
      </dgm:prSet>
      <dgm:spPr/>
    </dgm:pt>
    <dgm:pt modelId="{DD98DA67-71EA-41D6-8590-BDA84162FB1E}" type="pres">
      <dgm:prSet presAssocID="{907881F8-1EE8-4177-915C-978A7489C7D1}" presName="Name13" presStyleLbl="parChTrans1D2" presStyleIdx="2" presStyleCnt="15"/>
      <dgm:spPr/>
    </dgm:pt>
    <dgm:pt modelId="{66F5B7C4-F724-4F3B-B6F6-D926E81C0551}" type="pres">
      <dgm:prSet presAssocID="{570375ED-7767-43F6-9237-545A9535292E}" presName="childText" presStyleLbl="bgAcc1" presStyleIdx="2" presStyleCnt="15">
        <dgm:presLayoutVars>
          <dgm:bulletEnabled val="1"/>
        </dgm:presLayoutVars>
      </dgm:prSet>
      <dgm:spPr/>
    </dgm:pt>
    <dgm:pt modelId="{A277CCA9-7DE3-4D82-BB70-140D227FC32C}" type="pres">
      <dgm:prSet presAssocID="{95056087-36FE-4DCD-B591-26BCFF5E00C0}" presName="root" presStyleCnt="0"/>
      <dgm:spPr/>
    </dgm:pt>
    <dgm:pt modelId="{5EE51A69-C2C6-4305-8B93-9A455CD913BE}" type="pres">
      <dgm:prSet presAssocID="{95056087-36FE-4DCD-B591-26BCFF5E00C0}" presName="rootComposite" presStyleCnt="0"/>
      <dgm:spPr/>
    </dgm:pt>
    <dgm:pt modelId="{8BB61773-87F4-436D-BF19-619A348F0DAD}" type="pres">
      <dgm:prSet presAssocID="{95056087-36FE-4DCD-B591-26BCFF5E00C0}" presName="rootText" presStyleLbl="node1" presStyleIdx="1" presStyleCnt="5"/>
      <dgm:spPr/>
    </dgm:pt>
    <dgm:pt modelId="{32DEE396-C50B-4076-ACA0-509B8C43407B}" type="pres">
      <dgm:prSet presAssocID="{95056087-36FE-4DCD-B591-26BCFF5E00C0}" presName="rootConnector" presStyleLbl="node1" presStyleIdx="1" presStyleCnt="5"/>
      <dgm:spPr/>
    </dgm:pt>
    <dgm:pt modelId="{2791D0FC-5162-4A89-817C-BDEBA371EC88}" type="pres">
      <dgm:prSet presAssocID="{95056087-36FE-4DCD-B591-26BCFF5E00C0}" presName="childShape" presStyleCnt="0"/>
      <dgm:spPr/>
    </dgm:pt>
    <dgm:pt modelId="{879C7FEC-B951-4C33-8812-5F36DB74F2FE}" type="pres">
      <dgm:prSet presAssocID="{C98DCAAE-B907-431B-8207-F44DF066E5FD}" presName="Name13" presStyleLbl="parChTrans1D2" presStyleIdx="3" presStyleCnt="15"/>
      <dgm:spPr/>
    </dgm:pt>
    <dgm:pt modelId="{53D9AB88-29C2-443C-A5F2-F64CF9432CC1}" type="pres">
      <dgm:prSet presAssocID="{45C531AF-2C27-4D04-8210-41ADC0802E82}" presName="childText" presStyleLbl="bgAcc1" presStyleIdx="3" presStyleCnt="15">
        <dgm:presLayoutVars>
          <dgm:bulletEnabled val="1"/>
        </dgm:presLayoutVars>
      </dgm:prSet>
      <dgm:spPr/>
    </dgm:pt>
    <dgm:pt modelId="{A10112AC-8497-47FE-8978-F5CEB8BDE2B2}" type="pres">
      <dgm:prSet presAssocID="{AC176EFE-228D-4EF5-9BD8-9353FA6E6C95}" presName="Name13" presStyleLbl="parChTrans1D2" presStyleIdx="4" presStyleCnt="15"/>
      <dgm:spPr/>
    </dgm:pt>
    <dgm:pt modelId="{CA2D45BB-DBD6-4C45-84B0-689454F5081F}" type="pres">
      <dgm:prSet presAssocID="{44B28626-1189-4ACE-A900-EFA0CB7176B9}" presName="childText" presStyleLbl="bgAcc1" presStyleIdx="4" presStyleCnt="15">
        <dgm:presLayoutVars>
          <dgm:bulletEnabled val="1"/>
        </dgm:presLayoutVars>
      </dgm:prSet>
      <dgm:spPr/>
    </dgm:pt>
    <dgm:pt modelId="{36DCE11C-6F2B-48C9-9D20-D578C910E3F2}" type="pres">
      <dgm:prSet presAssocID="{BF2FE9E0-5732-4D05-BA16-47FA62D8E375}" presName="Name13" presStyleLbl="parChTrans1D2" presStyleIdx="5" presStyleCnt="15"/>
      <dgm:spPr/>
    </dgm:pt>
    <dgm:pt modelId="{3E8C8EED-A10D-41D8-A021-F9ACAE0C1366}" type="pres">
      <dgm:prSet presAssocID="{59AA463C-CB3B-48CE-B35C-CC7506CB87FD}" presName="childText" presStyleLbl="bgAcc1" presStyleIdx="5" presStyleCnt="15">
        <dgm:presLayoutVars>
          <dgm:bulletEnabled val="1"/>
        </dgm:presLayoutVars>
      </dgm:prSet>
      <dgm:spPr/>
    </dgm:pt>
    <dgm:pt modelId="{25841190-B252-437E-A2DA-611AC023CAD3}" type="pres">
      <dgm:prSet presAssocID="{0CD9842D-31CB-4A7A-A681-E36FE90D8700}" presName="root" presStyleCnt="0"/>
      <dgm:spPr/>
    </dgm:pt>
    <dgm:pt modelId="{3EB75603-A4E0-48EA-8AB1-C62319B619AB}" type="pres">
      <dgm:prSet presAssocID="{0CD9842D-31CB-4A7A-A681-E36FE90D8700}" presName="rootComposite" presStyleCnt="0"/>
      <dgm:spPr/>
    </dgm:pt>
    <dgm:pt modelId="{ADA6FED6-F6BF-4CFB-8710-B0AA2CBDA383}" type="pres">
      <dgm:prSet presAssocID="{0CD9842D-31CB-4A7A-A681-E36FE90D8700}" presName="rootText" presStyleLbl="node1" presStyleIdx="2" presStyleCnt="5"/>
      <dgm:spPr/>
    </dgm:pt>
    <dgm:pt modelId="{19B61A39-F676-490A-8D58-6C3EFB62C69A}" type="pres">
      <dgm:prSet presAssocID="{0CD9842D-31CB-4A7A-A681-E36FE90D8700}" presName="rootConnector" presStyleLbl="node1" presStyleIdx="2" presStyleCnt="5"/>
      <dgm:spPr/>
    </dgm:pt>
    <dgm:pt modelId="{FCC928EE-5D70-4945-8D1D-BA624960FA11}" type="pres">
      <dgm:prSet presAssocID="{0CD9842D-31CB-4A7A-A681-E36FE90D8700}" presName="childShape" presStyleCnt="0"/>
      <dgm:spPr/>
    </dgm:pt>
    <dgm:pt modelId="{693CD349-C93C-4647-B3FA-BEA344E606DA}" type="pres">
      <dgm:prSet presAssocID="{83BA370E-C524-4DDA-B790-70478085B26E}" presName="Name13" presStyleLbl="parChTrans1D2" presStyleIdx="6" presStyleCnt="15"/>
      <dgm:spPr/>
    </dgm:pt>
    <dgm:pt modelId="{2032A39C-C47C-4BCA-B481-EDEAABFF2E24}" type="pres">
      <dgm:prSet presAssocID="{FC488A66-05C6-4294-ACDC-E057F93F4D10}" presName="childText" presStyleLbl="bgAcc1" presStyleIdx="6" presStyleCnt="15">
        <dgm:presLayoutVars>
          <dgm:bulletEnabled val="1"/>
        </dgm:presLayoutVars>
      </dgm:prSet>
      <dgm:spPr/>
    </dgm:pt>
    <dgm:pt modelId="{F5B12584-FCD8-4D01-9F43-A29D12E80002}" type="pres">
      <dgm:prSet presAssocID="{A56946D8-55E3-4987-9DA1-4712B86660C9}" presName="Name13" presStyleLbl="parChTrans1D2" presStyleIdx="7" presStyleCnt="15"/>
      <dgm:spPr/>
    </dgm:pt>
    <dgm:pt modelId="{BA2B738A-5948-447A-B2CD-5504160BC6FB}" type="pres">
      <dgm:prSet presAssocID="{D0A16FC7-6A6B-4BB5-8BEB-B627A3FC30F0}" presName="childText" presStyleLbl="bgAcc1" presStyleIdx="7" presStyleCnt="15">
        <dgm:presLayoutVars>
          <dgm:bulletEnabled val="1"/>
        </dgm:presLayoutVars>
      </dgm:prSet>
      <dgm:spPr/>
    </dgm:pt>
    <dgm:pt modelId="{C423B006-17EB-4816-B6AB-A6D0632F446A}" type="pres">
      <dgm:prSet presAssocID="{8ACC80F2-4023-4450-AB69-C188CF60F1F1}" presName="Name13" presStyleLbl="parChTrans1D2" presStyleIdx="8" presStyleCnt="15"/>
      <dgm:spPr/>
    </dgm:pt>
    <dgm:pt modelId="{518557BA-F939-4BC4-9528-32446F35495A}" type="pres">
      <dgm:prSet presAssocID="{54CE279F-1807-42C7-9A6C-19A67C86FFE9}" presName="childText" presStyleLbl="bgAcc1" presStyleIdx="8" presStyleCnt="15">
        <dgm:presLayoutVars>
          <dgm:bulletEnabled val="1"/>
        </dgm:presLayoutVars>
      </dgm:prSet>
      <dgm:spPr/>
    </dgm:pt>
    <dgm:pt modelId="{C40C69EB-8AC2-4B4E-ABB0-4FEA323684C1}" type="pres">
      <dgm:prSet presAssocID="{E81219E6-3993-4612-994C-9B4EFDC6DDB2}" presName="root" presStyleCnt="0"/>
      <dgm:spPr/>
    </dgm:pt>
    <dgm:pt modelId="{361C77EE-247F-4CA6-BB98-023F4C513FB3}" type="pres">
      <dgm:prSet presAssocID="{E81219E6-3993-4612-994C-9B4EFDC6DDB2}" presName="rootComposite" presStyleCnt="0"/>
      <dgm:spPr/>
    </dgm:pt>
    <dgm:pt modelId="{C045887A-1C77-4AF3-B6A6-0339EFF5A12B}" type="pres">
      <dgm:prSet presAssocID="{E81219E6-3993-4612-994C-9B4EFDC6DDB2}" presName="rootText" presStyleLbl="node1" presStyleIdx="3" presStyleCnt="5"/>
      <dgm:spPr/>
    </dgm:pt>
    <dgm:pt modelId="{6B1AB78E-D21F-4404-9388-F3005DBB5C6A}" type="pres">
      <dgm:prSet presAssocID="{E81219E6-3993-4612-994C-9B4EFDC6DDB2}" presName="rootConnector" presStyleLbl="node1" presStyleIdx="3" presStyleCnt="5"/>
      <dgm:spPr/>
    </dgm:pt>
    <dgm:pt modelId="{CDFD765F-2FA4-4E47-B1DC-1BC25924EDBC}" type="pres">
      <dgm:prSet presAssocID="{E81219E6-3993-4612-994C-9B4EFDC6DDB2}" presName="childShape" presStyleCnt="0"/>
      <dgm:spPr/>
    </dgm:pt>
    <dgm:pt modelId="{24D3C226-6D84-490B-8C4E-9367E1495AB9}" type="pres">
      <dgm:prSet presAssocID="{BAF66EE8-94C1-448C-8092-2A9A659AE28F}" presName="Name13" presStyleLbl="parChTrans1D2" presStyleIdx="9" presStyleCnt="15"/>
      <dgm:spPr/>
    </dgm:pt>
    <dgm:pt modelId="{5429FEA4-EC1B-47C7-92E4-2E9FF34640B6}" type="pres">
      <dgm:prSet presAssocID="{574827F3-6554-4AB2-AE0E-9219AC5FB9C0}" presName="childText" presStyleLbl="bgAcc1" presStyleIdx="9" presStyleCnt="15">
        <dgm:presLayoutVars>
          <dgm:bulletEnabled val="1"/>
        </dgm:presLayoutVars>
      </dgm:prSet>
      <dgm:spPr/>
    </dgm:pt>
    <dgm:pt modelId="{FC736F02-87A8-4A46-8A4D-62C9A0EE552E}" type="pres">
      <dgm:prSet presAssocID="{4A99E5BB-697F-4446-A1BB-CABA78FFD20D}" presName="Name13" presStyleLbl="parChTrans1D2" presStyleIdx="10" presStyleCnt="15"/>
      <dgm:spPr/>
    </dgm:pt>
    <dgm:pt modelId="{3066A1AC-8B1C-433F-939D-AFA1CE5A3B9C}" type="pres">
      <dgm:prSet presAssocID="{BA843E0B-379A-45C0-8666-D8F18FB073C0}" presName="childText" presStyleLbl="bgAcc1" presStyleIdx="10" presStyleCnt="15">
        <dgm:presLayoutVars>
          <dgm:bulletEnabled val="1"/>
        </dgm:presLayoutVars>
      </dgm:prSet>
      <dgm:spPr/>
    </dgm:pt>
    <dgm:pt modelId="{87710ABC-0234-400C-AB90-AA312F553A76}" type="pres">
      <dgm:prSet presAssocID="{9A417EC5-2ACD-45FF-995F-CB67239E4708}" presName="Name13" presStyleLbl="parChTrans1D2" presStyleIdx="11" presStyleCnt="15"/>
      <dgm:spPr/>
    </dgm:pt>
    <dgm:pt modelId="{932F9612-85A2-4263-B8D5-1101F8FA50CF}" type="pres">
      <dgm:prSet presAssocID="{3D96FD2B-A215-4434-82F4-98E9F7E7534C}" presName="childText" presStyleLbl="bgAcc1" presStyleIdx="11" presStyleCnt="15">
        <dgm:presLayoutVars>
          <dgm:bulletEnabled val="1"/>
        </dgm:presLayoutVars>
      </dgm:prSet>
      <dgm:spPr/>
    </dgm:pt>
    <dgm:pt modelId="{2E98B24A-CAD1-4F8D-AF4C-362E09AD6030}" type="pres">
      <dgm:prSet presAssocID="{0771EC71-1C23-4E50-BD6A-FB94791A845A}" presName="root" presStyleCnt="0"/>
      <dgm:spPr/>
    </dgm:pt>
    <dgm:pt modelId="{82A6B138-BA0C-4F70-A4A9-2CFE7D2C0F20}" type="pres">
      <dgm:prSet presAssocID="{0771EC71-1C23-4E50-BD6A-FB94791A845A}" presName="rootComposite" presStyleCnt="0"/>
      <dgm:spPr/>
    </dgm:pt>
    <dgm:pt modelId="{1C29C838-CE7D-4EC6-918C-9DE9F9C43974}" type="pres">
      <dgm:prSet presAssocID="{0771EC71-1C23-4E50-BD6A-FB94791A845A}" presName="rootText" presStyleLbl="node1" presStyleIdx="4" presStyleCnt="5"/>
      <dgm:spPr/>
    </dgm:pt>
    <dgm:pt modelId="{8FB54CFB-20D6-484A-A044-9A22E9F8B5C7}" type="pres">
      <dgm:prSet presAssocID="{0771EC71-1C23-4E50-BD6A-FB94791A845A}" presName="rootConnector" presStyleLbl="node1" presStyleIdx="4" presStyleCnt="5"/>
      <dgm:spPr/>
    </dgm:pt>
    <dgm:pt modelId="{15FFC67F-0146-4651-886E-8AF25E043919}" type="pres">
      <dgm:prSet presAssocID="{0771EC71-1C23-4E50-BD6A-FB94791A845A}" presName="childShape" presStyleCnt="0"/>
      <dgm:spPr/>
    </dgm:pt>
    <dgm:pt modelId="{F4626947-8FDD-436A-8972-8F4F18F53C7A}" type="pres">
      <dgm:prSet presAssocID="{969D31F7-95F1-40BD-B4C2-BBF3BCD8F6D3}" presName="Name13" presStyleLbl="parChTrans1D2" presStyleIdx="12" presStyleCnt="15"/>
      <dgm:spPr/>
    </dgm:pt>
    <dgm:pt modelId="{8D8FDA6C-B44D-4A94-B16B-1F240049DF02}" type="pres">
      <dgm:prSet presAssocID="{CD563B18-ABE2-41E5-90C2-F16F47F32704}" presName="childText" presStyleLbl="bgAcc1" presStyleIdx="12" presStyleCnt="15">
        <dgm:presLayoutVars>
          <dgm:bulletEnabled val="1"/>
        </dgm:presLayoutVars>
      </dgm:prSet>
      <dgm:spPr/>
    </dgm:pt>
    <dgm:pt modelId="{9FEA6FE0-BFD9-4F56-85CC-BC93FD729DBD}" type="pres">
      <dgm:prSet presAssocID="{AEC12A36-AD5A-4CB2-A8CE-113809CEA2A5}" presName="Name13" presStyleLbl="parChTrans1D2" presStyleIdx="13" presStyleCnt="15"/>
      <dgm:spPr/>
    </dgm:pt>
    <dgm:pt modelId="{40BB3F6B-C886-49BA-BFD2-58A08ECCE52F}" type="pres">
      <dgm:prSet presAssocID="{64840169-0C1A-4041-B247-5C2E062C41FC}" presName="childText" presStyleLbl="bgAcc1" presStyleIdx="13" presStyleCnt="15">
        <dgm:presLayoutVars>
          <dgm:bulletEnabled val="1"/>
        </dgm:presLayoutVars>
      </dgm:prSet>
      <dgm:spPr/>
    </dgm:pt>
    <dgm:pt modelId="{FC01A24B-7032-4E28-89B8-2EA86D64AFB5}" type="pres">
      <dgm:prSet presAssocID="{FF2AD1F0-2808-4261-ABB0-CA73FCA84C86}" presName="Name13" presStyleLbl="parChTrans1D2" presStyleIdx="14" presStyleCnt="15"/>
      <dgm:spPr/>
    </dgm:pt>
    <dgm:pt modelId="{B531FCA2-2CE4-48A1-9133-CF0F99BB93F8}" type="pres">
      <dgm:prSet presAssocID="{54FC728F-91FF-4B5A-A455-2D5001CCCE1D}" presName="childText" presStyleLbl="bgAcc1" presStyleIdx="14" presStyleCnt="15">
        <dgm:presLayoutVars>
          <dgm:bulletEnabled val="1"/>
        </dgm:presLayoutVars>
      </dgm:prSet>
      <dgm:spPr/>
    </dgm:pt>
  </dgm:ptLst>
  <dgm:cxnLst>
    <dgm:cxn modelId="{7BBE980D-06C1-4A52-AC09-5656556B22C3}" type="presOf" srcId="{9A417EC5-2ACD-45FF-995F-CB67239E4708}" destId="{87710ABC-0234-400C-AB90-AA312F553A76}" srcOrd="0" destOrd="0" presId="urn:microsoft.com/office/officeart/2005/8/layout/hierarchy3"/>
    <dgm:cxn modelId="{DC2B5411-871D-492E-848C-6F2F22756F5D}" type="presOf" srcId="{C4BB4E8B-27DC-439C-A20E-16F9B70A7F69}" destId="{594F5AC8-46ED-4245-931E-847A8490CB47}" srcOrd="0" destOrd="0" presId="urn:microsoft.com/office/officeart/2005/8/layout/hierarchy3"/>
    <dgm:cxn modelId="{A6D9A311-D040-4A0D-AAC5-974221002714}" srcId="{0771EC71-1C23-4E50-BD6A-FB94791A845A}" destId="{64840169-0C1A-4041-B247-5C2E062C41FC}" srcOrd="1" destOrd="0" parTransId="{AEC12A36-AD5A-4CB2-A8CE-113809CEA2A5}" sibTransId="{2C2F09A8-4C54-4C28-90BD-11B8BF7B2FA0}"/>
    <dgm:cxn modelId="{ACDD1112-1B74-42CD-8DFE-B8E8433F372C}" type="presOf" srcId="{59AA463C-CB3B-48CE-B35C-CC7506CB87FD}" destId="{3E8C8EED-A10D-41D8-A021-F9ACAE0C1366}" srcOrd="0" destOrd="0" presId="urn:microsoft.com/office/officeart/2005/8/layout/hierarchy3"/>
    <dgm:cxn modelId="{4E325E15-20B7-4DA7-9271-F259AFA4AB69}" srcId="{E81219E6-3993-4612-994C-9B4EFDC6DDB2}" destId="{574827F3-6554-4AB2-AE0E-9219AC5FB9C0}" srcOrd="0" destOrd="0" parTransId="{BAF66EE8-94C1-448C-8092-2A9A659AE28F}" sibTransId="{C1DABAA6-E985-4AEA-883D-517326238454}"/>
    <dgm:cxn modelId="{9FA23716-E24C-4B47-86C8-276EBF469D2F}" srcId="{C4BB4E8B-27DC-439C-A20E-16F9B70A7F69}" destId="{95056087-36FE-4DCD-B591-26BCFF5E00C0}" srcOrd="1" destOrd="0" parTransId="{5CB279EE-E44D-4DFB-BEB3-FCD171F6E0D4}" sibTransId="{ED6FF583-41A9-4C7C-A6A2-4BB5A3AD979A}"/>
    <dgm:cxn modelId="{8AF6AF16-33B2-4CEE-A90F-B5EC1BCED512}" type="presOf" srcId="{2D64BBA5-3AD1-48CD-9EB7-D26A66B56783}" destId="{060ACBCC-5BFE-4CB7-A4C4-2FEA6907CC41}" srcOrd="0" destOrd="0" presId="urn:microsoft.com/office/officeart/2005/8/layout/hierarchy3"/>
    <dgm:cxn modelId="{4B9FAB1C-425A-4983-BB91-2EEBF71664BF}" type="presOf" srcId="{AC176EFE-228D-4EF5-9BD8-9353FA6E6C95}" destId="{A10112AC-8497-47FE-8978-F5CEB8BDE2B2}" srcOrd="0" destOrd="0" presId="urn:microsoft.com/office/officeart/2005/8/layout/hierarchy3"/>
    <dgm:cxn modelId="{6282351D-A64F-4D54-A823-F5CCF3983920}" srcId="{C4BB4E8B-27DC-439C-A20E-16F9B70A7F69}" destId="{E81219E6-3993-4612-994C-9B4EFDC6DDB2}" srcOrd="3" destOrd="0" parTransId="{D8FFEA8E-42C0-41D8-894A-A92A36BF401F}" sibTransId="{5DBAB316-6B48-4D0E-8BF0-481BA8993A72}"/>
    <dgm:cxn modelId="{78D28A24-51DE-4902-AA62-17319E01ACBA}" srcId="{95056087-36FE-4DCD-B591-26BCFF5E00C0}" destId="{59AA463C-CB3B-48CE-B35C-CC7506CB87FD}" srcOrd="2" destOrd="0" parTransId="{BF2FE9E0-5732-4D05-BA16-47FA62D8E375}" sibTransId="{74AF5F69-3B15-484F-95B3-59D1F114BD29}"/>
    <dgm:cxn modelId="{D3992F26-8992-443A-8AAB-D9024C6B3E3F}" type="presOf" srcId="{95056087-36FE-4DCD-B591-26BCFF5E00C0}" destId="{8BB61773-87F4-436D-BF19-619A348F0DAD}" srcOrd="0" destOrd="0" presId="urn:microsoft.com/office/officeart/2005/8/layout/hierarchy3"/>
    <dgm:cxn modelId="{168D5C28-5B6B-47B6-891A-9B4B4000FD1D}" type="presOf" srcId="{CD563B18-ABE2-41E5-90C2-F16F47F32704}" destId="{8D8FDA6C-B44D-4A94-B16B-1F240049DF02}" srcOrd="0" destOrd="0" presId="urn:microsoft.com/office/officeart/2005/8/layout/hierarchy3"/>
    <dgm:cxn modelId="{40B6F02F-18C9-4E05-99E2-F5AECDEF4626}" srcId="{0771EC71-1C23-4E50-BD6A-FB94791A845A}" destId="{54FC728F-91FF-4B5A-A455-2D5001CCCE1D}" srcOrd="2" destOrd="0" parTransId="{FF2AD1F0-2808-4261-ABB0-CA73FCA84C86}" sibTransId="{41A67F0A-931D-4BDA-8348-5306F5714294}"/>
    <dgm:cxn modelId="{0D495631-833C-4AB5-8E69-C643108F6426}" srcId="{77C568B2-B4D4-4B7C-84EA-E62DB4323A0E}" destId="{B0F973DF-1F00-41CC-AF75-AE3E84A4F0DA}" srcOrd="1" destOrd="0" parTransId="{F9C92E69-4D55-4BFA-A5B0-5E1EE62F16FE}" sibTransId="{43297F0F-8A14-40F2-9B67-8A586DCF2AC1}"/>
    <dgm:cxn modelId="{56B8C337-2DCE-47D9-BD8E-9A8D449F6A0D}" srcId="{0CD9842D-31CB-4A7A-A681-E36FE90D8700}" destId="{D0A16FC7-6A6B-4BB5-8BEB-B627A3FC30F0}" srcOrd="1" destOrd="0" parTransId="{A56946D8-55E3-4987-9DA1-4712B86660C9}" sibTransId="{F9EAA517-A00F-4985-A915-037A64735EFB}"/>
    <dgm:cxn modelId="{C4099139-33CD-4B81-BA24-489056018EB2}" srcId="{C4BB4E8B-27DC-439C-A20E-16F9B70A7F69}" destId="{0771EC71-1C23-4E50-BD6A-FB94791A845A}" srcOrd="4" destOrd="0" parTransId="{490BC06D-D57A-44C6-80B4-F73B300F1E0E}" sibTransId="{9CB1C46C-32E3-4DE5-9E37-987DE622F60E}"/>
    <dgm:cxn modelId="{872EE55C-0533-4C5F-B054-6602C70AF8DE}" type="presOf" srcId="{0CD9842D-31CB-4A7A-A681-E36FE90D8700}" destId="{ADA6FED6-F6BF-4CFB-8710-B0AA2CBDA383}" srcOrd="0" destOrd="0" presId="urn:microsoft.com/office/officeart/2005/8/layout/hierarchy3"/>
    <dgm:cxn modelId="{33F73B5E-43D0-4564-8A61-0BA3E7CE15D6}" type="presOf" srcId="{E81219E6-3993-4612-994C-9B4EFDC6DDB2}" destId="{C045887A-1C77-4AF3-B6A6-0339EFF5A12B}" srcOrd="0" destOrd="0" presId="urn:microsoft.com/office/officeart/2005/8/layout/hierarchy3"/>
    <dgm:cxn modelId="{58E2E95F-952B-41CD-A04E-430A1AC842F3}" type="presOf" srcId="{8ACC80F2-4023-4450-AB69-C188CF60F1F1}" destId="{C423B006-17EB-4816-B6AB-A6D0632F446A}" srcOrd="0" destOrd="0" presId="urn:microsoft.com/office/officeart/2005/8/layout/hierarchy3"/>
    <dgm:cxn modelId="{5E276560-BF36-4C19-8741-6AB68E4A9825}" type="presOf" srcId="{4A99E5BB-697F-4446-A1BB-CABA78FFD20D}" destId="{FC736F02-87A8-4A46-8A4D-62C9A0EE552E}" srcOrd="0" destOrd="0" presId="urn:microsoft.com/office/officeart/2005/8/layout/hierarchy3"/>
    <dgm:cxn modelId="{638D1961-5E47-4720-8090-C19E1BC6DBF4}" type="presOf" srcId="{BAF66EE8-94C1-448C-8092-2A9A659AE28F}" destId="{24D3C226-6D84-490B-8C4E-9367E1495AB9}" srcOrd="0" destOrd="0" presId="urn:microsoft.com/office/officeart/2005/8/layout/hierarchy3"/>
    <dgm:cxn modelId="{7425ED61-714B-410B-9C51-99C3DA74B823}" type="presOf" srcId="{C98DCAAE-B907-431B-8207-F44DF066E5FD}" destId="{879C7FEC-B951-4C33-8812-5F36DB74F2FE}" srcOrd="0" destOrd="0" presId="urn:microsoft.com/office/officeart/2005/8/layout/hierarchy3"/>
    <dgm:cxn modelId="{316D0B65-E490-47C1-8157-3DDC450EA66F}" type="presOf" srcId="{574827F3-6554-4AB2-AE0E-9219AC5FB9C0}" destId="{5429FEA4-EC1B-47C7-92E4-2E9FF34640B6}" srcOrd="0" destOrd="0" presId="urn:microsoft.com/office/officeart/2005/8/layout/hierarchy3"/>
    <dgm:cxn modelId="{61318B46-241F-41F9-BE5F-AA521EBC6562}" type="presOf" srcId="{D0A16FC7-6A6B-4BB5-8BEB-B627A3FC30F0}" destId="{BA2B738A-5948-447A-B2CD-5504160BC6FB}" srcOrd="0" destOrd="0" presId="urn:microsoft.com/office/officeart/2005/8/layout/hierarchy3"/>
    <dgm:cxn modelId="{E0DA0A68-D4B2-413B-908D-3D5A1744C47A}" type="presOf" srcId="{570375ED-7767-43F6-9237-545A9535292E}" destId="{66F5B7C4-F724-4F3B-B6F6-D926E81C0551}" srcOrd="0" destOrd="0" presId="urn:microsoft.com/office/officeart/2005/8/layout/hierarchy3"/>
    <dgm:cxn modelId="{F17B2F70-4444-4C21-A6D5-F6CE09617C37}" srcId="{95056087-36FE-4DCD-B591-26BCFF5E00C0}" destId="{44B28626-1189-4ACE-A900-EFA0CB7176B9}" srcOrd="1" destOrd="0" parTransId="{AC176EFE-228D-4EF5-9BD8-9353FA6E6C95}" sibTransId="{4E3AD651-2C39-453B-B90E-67FD6FF013E3}"/>
    <dgm:cxn modelId="{A1CECC71-165C-4DD8-AB7F-4C8214529D2D}" srcId="{0771EC71-1C23-4E50-BD6A-FB94791A845A}" destId="{CD563B18-ABE2-41E5-90C2-F16F47F32704}" srcOrd="0" destOrd="0" parTransId="{969D31F7-95F1-40BD-B4C2-BBF3BCD8F6D3}" sibTransId="{AC363080-5461-43FD-B2A5-2FEDEF524390}"/>
    <dgm:cxn modelId="{8521EF52-1E87-43B0-95A7-759BB66995D9}" type="presOf" srcId="{B0F973DF-1F00-41CC-AF75-AE3E84A4F0DA}" destId="{19A50334-9CCC-40F1-86BC-41D11A7FFB39}" srcOrd="0" destOrd="0" presId="urn:microsoft.com/office/officeart/2005/8/layout/hierarchy3"/>
    <dgm:cxn modelId="{A81EC953-AF06-498B-88F3-201672AC9D4C}" srcId="{E81219E6-3993-4612-994C-9B4EFDC6DDB2}" destId="{3D96FD2B-A215-4434-82F4-98E9F7E7534C}" srcOrd="2" destOrd="0" parTransId="{9A417EC5-2ACD-45FF-995F-CB67239E4708}" sibTransId="{0D8F7A1C-3BE5-4425-B5E9-44108D2DB8B2}"/>
    <dgm:cxn modelId="{8D329175-F298-4FBB-BDEB-35DE910184BE}" type="presOf" srcId="{54FC728F-91FF-4B5A-A455-2D5001CCCE1D}" destId="{B531FCA2-2CE4-48A1-9133-CF0F99BB93F8}" srcOrd="0" destOrd="0" presId="urn:microsoft.com/office/officeart/2005/8/layout/hierarchy3"/>
    <dgm:cxn modelId="{F6EE8E5A-6174-4B5A-92CC-3FDB5D783EC0}" type="presOf" srcId="{969D31F7-95F1-40BD-B4C2-BBF3BCD8F6D3}" destId="{F4626947-8FDD-436A-8972-8F4F18F53C7A}" srcOrd="0" destOrd="0" presId="urn:microsoft.com/office/officeart/2005/8/layout/hierarchy3"/>
    <dgm:cxn modelId="{70D7F581-C892-445C-BC3C-F6B454365305}" type="presOf" srcId="{83BA370E-C524-4DDA-B790-70478085B26E}" destId="{693CD349-C93C-4647-B3FA-BEA344E606DA}" srcOrd="0" destOrd="0" presId="urn:microsoft.com/office/officeart/2005/8/layout/hierarchy3"/>
    <dgm:cxn modelId="{6E8F0D8B-46BF-4A85-9C4D-B123148E90D2}" type="presOf" srcId="{0CD9842D-31CB-4A7A-A681-E36FE90D8700}" destId="{19B61A39-F676-490A-8D58-6C3EFB62C69A}" srcOrd="1" destOrd="0" presId="urn:microsoft.com/office/officeart/2005/8/layout/hierarchy3"/>
    <dgm:cxn modelId="{4C3B798E-E11D-4D83-B8AA-5FE18E5BF0D2}" srcId="{C4BB4E8B-27DC-439C-A20E-16F9B70A7F69}" destId="{77C568B2-B4D4-4B7C-84EA-E62DB4323A0E}" srcOrd="0" destOrd="0" parTransId="{D7E5BAAB-CE25-43F1-85FB-C5B8EDEF2BBE}" sibTransId="{BF58E570-916C-44E6-9ACB-95020DD491A0}"/>
    <dgm:cxn modelId="{E6BAAB94-80F3-4495-9C7B-E4DC1FFB695A}" type="presOf" srcId="{F9C92E69-4D55-4BFA-A5B0-5E1EE62F16FE}" destId="{13BF3812-4D09-4C04-ACE1-6D384E14E700}" srcOrd="0" destOrd="0" presId="urn:microsoft.com/office/officeart/2005/8/layout/hierarchy3"/>
    <dgm:cxn modelId="{2D445396-82F0-4393-8541-1BF38E5E2671}" srcId="{77C568B2-B4D4-4B7C-84EA-E62DB4323A0E}" destId="{7CDF18DB-F713-47EB-90CE-5EF42F4802F8}" srcOrd="0" destOrd="0" parTransId="{2D64BBA5-3AD1-48CD-9EB7-D26A66B56783}" sibTransId="{FE463ACE-B74C-43D3-A7B6-9264E192A7D9}"/>
    <dgm:cxn modelId="{253CA396-C8F9-4E0D-9E6B-B0441B73F70D}" srcId="{C4BB4E8B-27DC-439C-A20E-16F9B70A7F69}" destId="{0CD9842D-31CB-4A7A-A681-E36FE90D8700}" srcOrd="2" destOrd="0" parTransId="{78369266-E40D-4D47-8FB5-3706BBE02BBB}" sibTransId="{F28C0EF5-0628-4E6A-A7DE-569F1367A5C1}"/>
    <dgm:cxn modelId="{06BEBE98-96B6-4691-A0CC-5C49CAF9323A}" type="presOf" srcId="{77C568B2-B4D4-4B7C-84EA-E62DB4323A0E}" destId="{62BA189B-FB7C-44E8-90A0-E47E20D1E133}" srcOrd="0" destOrd="0" presId="urn:microsoft.com/office/officeart/2005/8/layout/hierarchy3"/>
    <dgm:cxn modelId="{1079FA99-8F21-497C-85B4-7013CA912B95}" type="presOf" srcId="{A56946D8-55E3-4987-9DA1-4712B86660C9}" destId="{F5B12584-FCD8-4D01-9F43-A29D12E80002}" srcOrd="0" destOrd="0" presId="urn:microsoft.com/office/officeart/2005/8/layout/hierarchy3"/>
    <dgm:cxn modelId="{162C559E-1E48-4434-956A-6C2D50698D59}" type="presOf" srcId="{BF2FE9E0-5732-4D05-BA16-47FA62D8E375}" destId="{36DCE11C-6F2B-48C9-9D20-D578C910E3F2}" srcOrd="0" destOrd="0" presId="urn:microsoft.com/office/officeart/2005/8/layout/hierarchy3"/>
    <dgm:cxn modelId="{A8C721A1-0814-4592-B41C-8E3D989402BC}" type="presOf" srcId="{7CDF18DB-F713-47EB-90CE-5EF42F4802F8}" destId="{31D41207-3369-44B6-8068-A256CDAC889D}" srcOrd="0" destOrd="0" presId="urn:microsoft.com/office/officeart/2005/8/layout/hierarchy3"/>
    <dgm:cxn modelId="{7F053DA2-E6CD-4A05-837F-E5D1358EEF0C}" type="presOf" srcId="{0771EC71-1C23-4E50-BD6A-FB94791A845A}" destId="{1C29C838-CE7D-4EC6-918C-9DE9F9C43974}" srcOrd="0" destOrd="0" presId="urn:microsoft.com/office/officeart/2005/8/layout/hierarchy3"/>
    <dgm:cxn modelId="{6373FAB5-40CD-4FB0-B718-B80A064002B0}" type="presOf" srcId="{3D96FD2B-A215-4434-82F4-98E9F7E7534C}" destId="{932F9612-85A2-4263-B8D5-1101F8FA50CF}" srcOrd="0" destOrd="0" presId="urn:microsoft.com/office/officeart/2005/8/layout/hierarchy3"/>
    <dgm:cxn modelId="{750546B6-C63B-4716-8A5A-EB8FB921844A}" type="presOf" srcId="{77C568B2-B4D4-4B7C-84EA-E62DB4323A0E}" destId="{20B6166A-1851-414B-B585-6F9EFB3D6B39}" srcOrd="1" destOrd="0" presId="urn:microsoft.com/office/officeart/2005/8/layout/hierarchy3"/>
    <dgm:cxn modelId="{DC5E88B6-5617-4030-BA26-0CF171E233BF}" srcId="{0CD9842D-31CB-4A7A-A681-E36FE90D8700}" destId="{54CE279F-1807-42C7-9A6C-19A67C86FFE9}" srcOrd="2" destOrd="0" parTransId="{8ACC80F2-4023-4450-AB69-C188CF60F1F1}" sibTransId="{077E9C62-BE1F-4DE0-BFBB-8807953CC27B}"/>
    <dgm:cxn modelId="{6C7D9AB6-D6D5-4770-85FA-04781F97E0C1}" type="presOf" srcId="{FF2AD1F0-2808-4261-ABB0-CA73FCA84C86}" destId="{FC01A24B-7032-4E28-89B8-2EA86D64AFB5}" srcOrd="0" destOrd="0" presId="urn:microsoft.com/office/officeart/2005/8/layout/hierarchy3"/>
    <dgm:cxn modelId="{64529ABA-FAC4-49B0-A9A8-8F4F73A7796E}" srcId="{E81219E6-3993-4612-994C-9B4EFDC6DDB2}" destId="{BA843E0B-379A-45C0-8666-D8F18FB073C0}" srcOrd="1" destOrd="0" parTransId="{4A99E5BB-697F-4446-A1BB-CABA78FFD20D}" sibTransId="{2155DB78-0824-4994-BDBE-667C5E4AE57B}"/>
    <dgm:cxn modelId="{DC8579BC-5DD7-4407-98DE-EE79F12EACE2}" type="presOf" srcId="{45C531AF-2C27-4D04-8210-41ADC0802E82}" destId="{53D9AB88-29C2-443C-A5F2-F64CF9432CC1}" srcOrd="0" destOrd="0" presId="urn:microsoft.com/office/officeart/2005/8/layout/hierarchy3"/>
    <dgm:cxn modelId="{EB8CC4C4-06D6-4FF4-B95E-17E07B2398C5}" type="presOf" srcId="{AEC12A36-AD5A-4CB2-A8CE-113809CEA2A5}" destId="{9FEA6FE0-BFD9-4F56-85CC-BC93FD729DBD}" srcOrd="0" destOrd="0" presId="urn:microsoft.com/office/officeart/2005/8/layout/hierarchy3"/>
    <dgm:cxn modelId="{D10198CA-A9C2-442E-8C20-35675D9EEC3B}" type="presOf" srcId="{BA843E0B-379A-45C0-8666-D8F18FB073C0}" destId="{3066A1AC-8B1C-433F-939D-AFA1CE5A3B9C}" srcOrd="0" destOrd="0" presId="urn:microsoft.com/office/officeart/2005/8/layout/hierarchy3"/>
    <dgm:cxn modelId="{1A93E2D0-3B98-4E1C-A5B0-0F4CC5D76D36}" type="presOf" srcId="{FC488A66-05C6-4294-ACDC-E057F93F4D10}" destId="{2032A39C-C47C-4BCA-B481-EDEAABFF2E24}" srcOrd="0" destOrd="0" presId="urn:microsoft.com/office/officeart/2005/8/layout/hierarchy3"/>
    <dgm:cxn modelId="{46BE19D6-5337-454B-ABD8-BB516A265D73}" srcId="{95056087-36FE-4DCD-B591-26BCFF5E00C0}" destId="{45C531AF-2C27-4D04-8210-41ADC0802E82}" srcOrd="0" destOrd="0" parTransId="{C98DCAAE-B907-431B-8207-F44DF066E5FD}" sibTransId="{9B9FB262-F5E3-47D2-A057-6B725EEF56B0}"/>
    <dgm:cxn modelId="{C5D185D9-ED6F-4F2C-86C7-57EF7ACDA2C0}" srcId="{0CD9842D-31CB-4A7A-A681-E36FE90D8700}" destId="{FC488A66-05C6-4294-ACDC-E057F93F4D10}" srcOrd="0" destOrd="0" parTransId="{83BA370E-C524-4DDA-B790-70478085B26E}" sibTransId="{CBC78FFE-5D42-4003-A31E-AC13A01673DA}"/>
    <dgm:cxn modelId="{72EDDBE1-B881-46E8-B1EB-4D907490BBF8}" type="presOf" srcId="{44B28626-1189-4ACE-A900-EFA0CB7176B9}" destId="{CA2D45BB-DBD6-4C45-84B0-689454F5081F}" srcOrd="0" destOrd="0" presId="urn:microsoft.com/office/officeart/2005/8/layout/hierarchy3"/>
    <dgm:cxn modelId="{019BA7E5-BDFC-4014-A347-B8334AF83E25}" srcId="{77C568B2-B4D4-4B7C-84EA-E62DB4323A0E}" destId="{570375ED-7767-43F6-9237-545A9535292E}" srcOrd="2" destOrd="0" parTransId="{907881F8-1EE8-4177-915C-978A7489C7D1}" sibTransId="{D7AB7DC9-9E43-4711-B480-1A3140D60FFF}"/>
    <dgm:cxn modelId="{DE5B5CE7-D338-4C43-8C8F-792008751CC4}" type="presOf" srcId="{64840169-0C1A-4041-B247-5C2E062C41FC}" destId="{40BB3F6B-C886-49BA-BFD2-58A08ECCE52F}" srcOrd="0" destOrd="0" presId="urn:microsoft.com/office/officeart/2005/8/layout/hierarchy3"/>
    <dgm:cxn modelId="{724C43EC-84CD-4CC8-B42A-8661D6D2B8CD}" type="presOf" srcId="{907881F8-1EE8-4177-915C-978A7489C7D1}" destId="{DD98DA67-71EA-41D6-8590-BDA84162FB1E}" srcOrd="0" destOrd="0" presId="urn:microsoft.com/office/officeart/2005/8/layout/hierarchy3"/>
    <dgm:cxn modelId="{ADF0CBF1-7447-4DBD-94BD-11D35BBCE88D}" type="presOf" srcId="{E81219E6-3993-4612-994C-9B4EFDC6DDB2}" destId="{6B1AB78E-D21F-4404-9388-F3005DBB5C6A}" srcOrd="1" destOrd="0" presId="urn:microsoft.com/office/officeart/2005/8/layout/hierarchy3"/>
    <dgm:cxn modelId="{3CBD2CF4-DC6E-44E0-9550-2F4488C79788}" type="presOf" srcId="{95056087-36FE-4DCD-B591-26BCFF5E00C0}" destId="{32DEE396-C50B-4076-ACA0-509B8C43407B}" srcOrd="1" destOrd="0" presId="urn:microsoft.com/office/officeart/2005/8/layout/hierarchy3"/>
    <dgm:cxn modelId="{1EA35EF4-00CE-4DC3-8B3F-83577561C173}" type="presOf" srcId="{0771EC71-1C23-4E50-BD6A-FB94791A845A}" destId="{8FB54CFB-20D6-484A-A044-9A22E9F8B5C7}" srcOrd="1" destOrd="0" presId="urn:microsoft.com/office/officeart/2005/8/layout/hierarchy3"/>
    <dgm:cxn modelId="{732D25F9-B559-4FD3-8975-BB1EEF259E56}" type="presOf" srcId="{54CE279F-1807-42C7-9A6C-19A67C86FFE9}" destId="{518557BA-F939-4BC4-9528-32446F35495A}" srcOrd="0" destOrd="0" presId="urn:microsoft.com/office/officeart/2005/8/layout/hierarchy3"/>
    <dgm:cxn modelId="{AB522377-4356-4B0E-96A0-D9C79877220F}" type="presParOf" srcId="{594F5AC8-46ED-4245-931E-847A8490CB47}" destId="{4C48BB3C-B2BC-4427-83BD-EBF3C139D5FF}" srcOrd="0" destOrd="0" presId="urn:microsoft.com/office/officeart/2005/8/layout/hierarchy3"/>
    <dgm:cxn modelId="{5F65B618-72A6-4D08-8A48-FCC780572A95}" type="presParOf" srcId="{4C48BB3C-B2BC-4427-83BD-EBF3C139D5FF}" destId="{3CD1406D-AD98-4F9D-BAA7-FF2E02FAA452}" srcOrd="0" destOrd="0" presId="urn:microsoft.com/office/officeart/2005/8/layout/hierarchy3"/>
    <dgm:cxn modelId="{650FE5E2-1A43-4AD7-9693-16443CFD45A5}" type="presParOf" srcId="{3CD1406D-AD98-4F9D-BAA7-FF2E02FAA452}" destId="{62BA189B-FB7C-44E8-90A0-E47E20D1E133}" srcOrd="0" destOrd="0" presId="urn:microsoft.com/office/officeart/2005/8/layout/hierarchy3"/>
    <dgm:cxn modelId="{17256B8E-A952-43DE-9116-A25C90FD7417}" type="presParOf" srcId="{3CD1406D-AD98-4F9D-BAA7-FF2E02FAA452}" destId="{20B6166A-1851-414B-B585-6F9EFB3D6B39}" srcOrd="1" destOrd="0" presId="urn:microsoft.com/office/officeart/2005/8/layout/hierarchy3"/>
    <dgm:cxn modelId="{3EAA6AC1-B17C-44C8-A3CB-6FBAAA22849C}" type="presParOf" srcId="{4C48BB3C-B2BC-4427-83BD-EBF3C139D5FF}" destId="{C0EAAE91-E47F-4872-9FBC-C5BBC6B20937}" srcOrd="1" destOrd="0" presId="urn:microsoft.com/office/officeart/2005/8/layout/hierarchy3"/>
    <dgm:cxn modelId="{0F7EBFBC-51EC-4115-9684-B537EC121F86}" type="presParOf" srcId="{C0EAAE91-E47F-4872-9FBC-C5BBC6B20937}" destId="{060ACBCC-5BFE-4CB7-A4C4-2FEA6907CC41}" srcOrd="0" destOrd="0" presId="urn:microsoft.com/office/officeart/2005/8/layout/hierarchy3"/>
    <dgm:cxn modelId="{5D670F9D-8AB1-435A-965A-E096CAE09302}" type="presParOf" srcId="{C0EAAE91-E47F-4872-9FBC-C5BBC6B20937}" destId="{31D41207-3369-44B6-8068-A256CDAC889D}" srcOrd="1" destOrd="0" presId="urn:microsoft.com/office/officeart/2005/8/layout/hierarchy3"/>
    <dgm:cxn modelId="{F5113EE0-B25E-4A5F-8766-6AC1D4D4BA95}" type="presParOf" srcId="{C0EAAE91-E47F-4872-9FBC-C5BBC6B20937}" destId="{13BF3812-4D09-4C04-ACE1-6D384E14E700}" srcOrd="2" destOrd="0" presId="urn:microsoft.com/office/officeart/2005/8/layout/hierarchy3"/>
    <dgm:cxn modelId="{E840CF78-2C8A-49C5-8C82-CFAFD6E73785}" type="presParOf" srcId="{C0EAAE91-E47F-4872-9FBC-C5BBC6B20937}" destId="{19A50334-9CCC-40F1-86BC-41D11A7FFB39}" srcOrd="3" destOrd="0" presId="urn:microsoft.com/office/officeart/2005/8/layout/hierarchy3"/>
    <dgm:cxn modelId="{1E5E507E-5777-4EEC-AC8A-6456BF34047D}" type="presParOf" srcId="{C0EAAE91-E47F-4872-9FBC-C5BBC6B20937}" destId="{DD98DA67-71EA-41D6-8590-BDA84162FB1E}" srcOrd="4" destOrd="0" presId="urn:microsoft.com/office/officeart/2005/8/layout/hierarchy3"/>
    <dgm:cxn modelId="{94AD9A90-40E4-498C-9A63-09BCD02902FD}" type="presParOf" srcId="{C0EAAE91-E47F-4872-9FBC-C5BBC6B20937}" destId="{66F5B7C4-F724-4F3B-B6F6-D926E81C0551}" srcOrd="5" destOrd="0" presId="urn:microsoft.com/office/officeart/2005/8/layout/hierarchy3"/>
    <dgm:cxn modelId="{CD8348DD-9C85-4E00-BEE1-1C7E921ACB51}" type="presParOf" srcId="{594F5AC8-46ED-4245-931E-847A8490CB47}" destId="{A277CCA9-7DE3-4D82-BB70-140D227FC32C}" srcOrd="1" destOrd="0" presId="urn:microsoft.com/office/officeart/2005/8/layout/hierarchy3"/>
    <dgm:cxn modelId="{4BF3721F-CAC0-4D58-B659-0E351C88F0D4}" type="presParOf" srcId="{A277CCA9-7DE3-4D82-BB70-140D227FC32C}" destId="{5EE51A69-C2C6-4305-8B93-9A455CD913BE}" srcOrd="0" destOrd="0" presId="urn:microsoft.com/office/officeart/2005/8/layout/hierarchy3"/>
    <dgm:cxn modelId="{64EC44B7-8476-4020-85DF-C53C8199DF1F}" type="presParOf" srcId="{5EE51A69-C2C6-4305-8B93-9A455CD913BE}" destId="{8BB61773-87F4-436D-BF19-619A348F0DAD}" srcOrd="0" destOrd="0" presId="urn:microsoft.com/office/officeart/2005/8/layout/hierarchy3"/>
    <dgm:cxn modelId="{E213EE63-3348-4004-9539-925DB3E678A9}" type="presParOf" srcId="{5EE51A69-C2C6-4305-8B93-9A455CD913BE}" destId="{32DEE396-C50B-4076-ACA0-509B8C43407B}" srcOrd="1" destOrd="0" presId="urn:microsoft.com/office/officeart/2005/8/layout/hierarchy3"/>
    <dgm:cxn modelId="{3CEEE60C-6E50-4FED-B2DC-2EEDBB796117}" type="presParOf" srcId="{A277CCA9-7DE3-4D82-BB70-140D227FC32C}" destId="{2791D0FC-5162-4A89-817C-BDEBA371EC88}" srcOrd="1" destOrd="0" presId="urn:microsoft.com/office/officeart/2005/8/layout/hierarchy3"/>
    <dgm:cxn modelId="{B3C6CB35-76DF-4C44-B5C0-CBD1F9DDD1C1}" type="presParOf" srcId="{2791D0FC-5162-4A89-817C-BDEBA371EC88}" destId="{879C7FEC-B951-4C33-8812-5F36DB74F2FE}" srcOrd="0" destOrd="0" presId="urn:microsoft.com/office/officeart/2005/8/layout/hierarchy3"/>
    <dgm:cxn modelId="{92A555AE-E303-4E73-A329-E6D1869CA067}" type="presParOf" srcId="{2791D0FC-5162-4A89-817C-BDEBA371EC88}" destId="{53D9AB88-29C2-443C-A5F2-F64CF9432CC1}" srcOrd="1" destOrd="0" presId="urn:microsoft.com/office/officeart/2005/8/layout/hierarchy3"/>
    <dgm:cxn modelId="{FB038D56-1EB3-46B9-A97E-221DDF16E751}" type="presParOf" srcId="{2791D0FC-5162-4A89-817C-BDEBA371EC88}" destId="{A10112AC-8497-47FE-8978-F5CEB8BDE2B2}" srcOrd="2" destOrd="0" presId="urn:microsoft.com/office/officeart/2005/8/layout/hierarchy3"/>
    <dgm:cxn modelId="{0A9133BA-EFA7-4631-9772-1D7BDF2E7A7D}" type="presParOf" srcId="{2791D0FC-5162-4A89-817C-BDEBA371EC88}" destId="{CA2D45BB-DBD6-4C45-84B0-689454F5081F}" srcOrd="3" destOrd="0" presId="urn:microsoft.com/office/officeart/2005/8/layout/hierarchy3"/>
    <dgm:cxn modelId="{3CAD3C1D-5392-45A1-9DF9-8E8A00B2872F}" type="presParOf" srcId="{2791D0FC-5162-4A89-817C-BDEBA371EC88}" destId="{36DCE11C-6F2B-48C9-9D20-D578C910E3F2}" srcOrd="4" destOrd="0" presId="urn:microsoft.com/office/officeart/2005/8/layout/hierarchy3"/>
    <dgm:cxn modelId="{F5F8A085-13F1-4435-BDB6-CD6D1B4A014B}" type="presParOf" srcId="{2791D0FC-5162-4A89-817C-BDEBA371EC88}" destId="{3E8C8EED-A10D-41D8-A021-F9ACAE0C1366}" srcOrd="5" destOrd="0" presId="urn:microsoft.com/office/officeart/2005/8/layout/hierarchy3"/>
    <dgm:cxn modelId="{28466C51-6DCF-468F-9679-EB70E12EE2E7}" type="presParOf" srcId="{594F5AC8-46ED-4245-931E-847A8490CB47}" destId="{25841190-B252-437E-A2DA-611AC023CAD3}" srcOrd="2" destOrd="0" presId="urn:microsoft.com/office/officeart/2005/8/layout/hierarchy3"/>
    <dgm:cxn modelId="{FAFA9F3D-D7CD-48A7-9B43-0AA7FB80FF8E}" type="presParOf" srcId="{25841190-B252-437E-A2DA-611AC023CAD3}" destId="{3EB75603-A4E0-48EA-8AB1-C62319B619AB}" srcOrd="0" destOrd="0" presId="urn:microsoft.com/office/officeart/2005/8/layout/hierarchy3"/>
    <dgm:cxn modelId="{FDA81179-9A6E-42D1-959F-4EE716E655A8}" type="presParOf" srcId="{3EB75603-A4E0-48EA-8AB1-C62319B619AB}" destId="{ADA6FED6-F6BF-4CFB-8710-B0AA2CBDA383}" srcOrd="0" destOrd="0" presId="urn:microsoft.com/office/officeart/2005/8/layout/hierarchy3"/>
    <dgm:cxn modelId="{F7B09397-0880-44D4-98DF-4FC4631B9197}" type="presParOf" srcId="{3EB75603-A4E0-48EA-8AB1-C62319B619AB}" destId="{19B61A39-F676-490A-8D58-6C3EFB62C69A}" srcOrd="1" destOrd="0" presId="urn:microsoft.com/office/officeart/2005/8/layout/hierarchy3"/>
    <dgm:cxn modelId="{CAB759EA-2C2F-467C-BE14-72415EE6975D}" type="presParOf" srcId="{25841190-B252-437E-A2DA-611AC023CAD3}" destId="{FCC928EE-5D70-4945-8D1D-BA624960FA11}" srcOrd="1" destOrd="0" presId="urn:microsoft.com/office/officeart/2005/8/layout/hierarchy3"/>
    <dgm:cxn modelId="{27CA3867-65D3-48E5-B1E1-CB569AB5E6FA}" type="presParOf" srcId="{FCC928EE-5D70-4945-8D1D-BA624960FA11}" destId="{693CD349-C93C-4647-B3FA-BEA344E606DA}" srcOrd="0" destOrd="0" presId="urn:microsoft.com/office/officeart/2005/8/layout/hierarchy3"/>
    <dgm:cxn modelId="{0C28A67F-012A-4B74-9F16-446B3E868EEC}" type="presParOf" srcId="{FCC928EE-5D70-4945-8D1D-BA624960FA11}" destId="{2032A39C-C47C-4BCA-B481-EDEAABFF2E24}" srcOrd="1" destOrd="0" presId="urn:microsoft.com/office/officeart/2005/8/layout/hierarchy3"/>
    <dgm:cxn modelId="{0616DE56-5E54-4E4B-94F0-7AB8B8D2D8A7}" type="presParOf" srcId="{FCC928EE-5D70-4945-8D1D-BA624960FA11}" destId="{F5B12584-FCD8-4D01-9F43-A29D12E80002}" srcOrd="2" destOrd="0" presId="urn:microsoft.com/office/officeart/2005/8/layout/hierarchy3"/>
    <dgm:cxn modelId="{4FBC440D-5F8B-44A9-B7E3-90D18CA35E13}" type="presParOf" srcId="{FCC928EE-5D70-4945-8D1D-BA624960FA11}" destId="{BA2B738A-5948-447A-B2CD-5504160BC6FB}" srcOrd="3" destOrd="0" presId="urn:microsoft.com/office/officeart/2005/8/layout/hierarchy3"/>
    <dgm:cxn modelId="{55630BAE-7052-4599-95B5-97FED72E1967}" type="presParOf" srcId="{FCC928EE-5D70-4945-8D1D-BA624960FA11}" destId="{C423B006-17EB-4816-B6AB-A6D0632F446A}" srcOrd="4" destOrd="0" presId="urn:microsoft.com/office/officeart/2005/8/layout/hierarchy3"/>
    <dgm:cxn modelId="{C4C2974E-E626-4B6B-A63D-E017CA815123}" type="presParOf" srcId="{FCC928EE-5D70-4945-8D1D-BA624960FA11}" destId="{518557BA-F939-4BC4-9528-32446F35495A}" srcOrd="5" destOrd="0" presId="urn:microsoft.com/office/officeart/2005/8/layout/hierarchy3"/>
    <dgm:cxn modelId="{81ECD668-8BC0-48D9-B91A-1BD492434DED}" type="presParOf" srcId="{594F5AC8-46ED-4245-931E-847A8490CB47}" destId="{C40C69EB-8AC2-4B4E-ABB0-4FEA323684C1}" srcOrd="3" destOrd="0" presId="urn:microsoft.com/office/officeart/2005/8/layout/hierarchy3"/>
    <dgm:cxn modelId="{F06BE2DE-AC23-4E7B-95F9-1825F8002859}" type="presParOf" srcId="{C40C69EB-8AC2-4B4E-ABB0-4FEA323684C1}" destId="{361C77EE-247F-4CA6-BB98-023F4C513FB3}" srcOrd="0" destOrd="0" presId="urn:microsoft.com/office/officeart/2005/8/layout/hierarchy3"/>
    <dgm:cxn modelId="{6E1997D9-89D9-4899-BCCE-6487CE11DC7C}" type="presParOf" srcId="{361C77EE-247F-4CA6-BB98-023F4C513FB3}" destId="{C045887A-1C77-4AF3-B6A6-0339EFF5A12B}" srcOrd="0" destOrd="0" presId="urn:microsoft.com/office/officeart/2005/8/layout/hierarchy3"/>
    <dgm:cxn modelId="{B594A5CE-EFF6-4086-91EC-B81512B0E17F}" type="presParOf" srcId="{361C77EE-247F-4CA6-BB98-023F4C513FB3}" destId="{6B1AB78E-D21F-4404-9388-F3005DBB5C6A}" srcOrd="1" destOrd="0" presId="urn:microsoft.com/office/officeart/2005/8/layout/hierarchy3"/>
    <dgm:cxn modelId="{3D748490-2478-4B08-8940-A8522D1E9015}" type="presParOf" srcId="{C40C69EB-8AC2-4B4E-ABB0-4FEA323684C1}" destId="{CDFD765F-2FA4-4E47-B1DC-1BC25924EDBC}" srcOrd="1" destOrd="0" presId="urn:microsoft.com/office/officeart/2005/8/layout/hierarchy3"/>
    <dgm:cxn modelId="{8EC53770-9036-498C-B9D3-F0309C74D60A}" type="presParOf" srcId="{CDFD765F-2FA4-4E47-B1DC-1BC25924EDBC}" destId="{24D3C226-6D84-490B-8C4E-9367E1495AB9}" srcOrd="0" destOrd="0" presId="urn:microsoft.com/office/officeart/2005/8/layout/hierarchy3"/>
    <dgm:cxn modelId="{34165D61-5D3C-4340-907E-1D79BCF1022F}" type="presParOf" srcId="{CDFD765F-2FA4-4E47-B1DC-1BC25924EDBC}" destId="{5429FEA4-EC1B-47C7-92E4-2E9FF34640B6}" srcOrd="1" destOrd="0" presId="urn:microsoft.com/office/officeart/2005/8/layout/hierarchy3"/>
    <dgm:cxn modelId="{6E52C20A-1F49-48AF-B9F5-4CB1616308E7}" type="presParOf" srcId="{CDFD765F-2FA4-4E47-B1DC-1BC25924EDBC}" destId="{FC736F02-87A8-4A46-8A4D-62C9A0EE552E}" srcOrd="2" destOrd="0" presId="urn:microsoft.com/office/officeart/2005/8/layout/hierarchy3"/>
    <dgm:cxn modelId="{67F86398-4DEB-4CF0-9F95-0C6A15BC307A}" type="presParOf" srcId="{CDFD765F-2FA4-4E47-B1DC-1BC25924EDBC}" destId="{3066A1AC-8B1C-433F-939D-AFA1CE5A3B9C}" srcOrd="3" destOrd="0" presId="urn:microsoft.com/office/officeart/2005/8/layout/hierarchy3"/>
    <dgm:cxn modelId="{6F5C2D7A-D979-4772-B272-4FAE909CADD7}" type="presParOf" srcId="{CDFD765F-2FA4-4E47-B1DC-1BC25924EDBC}" destId="{87710ABC-0234-400C-AB90-AA312F553A76}" srcOrd="4" destOrd="0" presId="urn:microsoft.com/office/officeart/2005/8/layout/hierarchy3"/>
    <dgm:cxn modelId="{E27AE6A1-14FF-4894-91B8-6491EA7991FE}" type="presParOf" srcId="{CDFD765F-2FA4-4E47-B1DC-1BC25924EDBC}" destId="{932F9612-85A2-4263-B8D5-1101F8FA50CF}" srcOrd="5" destOrd="0" presId="urn:microsoft.com/office/officeart/2005/8/layout/hierarchy3"/>
    <dgm:cxn modelId="{5D975445-B307-4A11-AC6F-0438FAEC1D91}" type="presParOf" srcId="{594F5AC8-46ED-4245-931E-847A8490CB47}" destId="{2E98B24A-CAD1-4F8D-AF4C-362E09AD6030}" srcOrd="4" destOrd="0" presId="urn:microsoft.com/office/officeart/2005/8/layout/hierarchy3"/>
    <dgm:cxn modelId="{F041CE1C-824C-43FA-88BF-8B4402DD33DB}" type="presParOf" srcId="{2E98B24A-CAD1-4F8D-AF4C-362E09AD6030}" destId="{82A6B138-BA0C-4F70-A4A9-2CFE7D2C0F20}" srcOrd="0" destOrd="0" presId="urn:microsoft.com/office/officeart/2005/8/layout/hierarchy3"/>
    <dgm:cxn modelId="{A44845FB-65A1-479D-939E-B474AEF6CB55}" type="presParOf" srcId="{82A6B138-BA0C-4F70-A4A9-2CFE7D2C0F20}" destId="{1C29C838-CE7D-4EC6-918C-9DE9F9C43974}" srcOrd="0" destOrd="0" presId="urn:microsoft.com/office/officeart/2005/8/layout/hierarchy3"/>
    <dgm:cxn modelId="{2FDA8B52-8CB4-405E-A498-869484CA5CB8}" type="presParOf" srcId="{82A6B138-BA0C-4F70-A4A9-2CFE7D2C0F20}" destId="{8FB54CFB-20D6-484A-A044-9A22E9F8B5C7}" srcOrd="1" destOrd="0" presId="urn:microsoft.com/office/officeart/2005/8/layout/hierarchy3"/>
    <dgm:cxn modelId="{C041775C-2C56-4EB9-89A8-7924A0EC8509}" type="presParOf" srcId="{2E98B24A-CAD1-4F8D-AF4C-362E09AD6030}" destId="{15FFC67F-0146-4651-886E-8AF25E043919}" srcOrd="1" destOrd="0" presId="urn:microsoft.com/office/officeart/2005/8/layout/hierarchy3"/>
    <dgm:cxn modelId="{1F3E49E6-59C7-4AEF-8EB6-E9FC658A07AD}" type="presParOf" srcId="{15FFC67F-0146-4651-886E-8AF25E043919}" destId="{F4626947-8FDD-436A-8972-8F4F18F53C7A}" srcOrd="0" destOrd="0" presId="urn:microsoft.com/office/officeart/2005/8/layout/hierarchy3"/>
    <dgm:cxn modelId="{C705C7E6-7E76-431D-AB02-EA5F2982782F}" type="presParOf" srcId="{15FFC67F-0146-4651-886E-8AF25E043919}" destId="{8D8FDA6C-B44D-4A94-B16B-1F240049DF02}" srcOrd="1" destOrd="0" presId="urn:microsoft.com/office/officeart/2005/8/layout/hierarchy3"/>
    <dgm:cxn modelId="{1E2476AD-AA4B-421A-911C-7047E3B6D498}" type="presParOf" srcId="{15FFC67F-0146-4651-886E-8AF25E043919}" destId="{9FEA6FE0-BFD9-4F56-85CC-BC93FD729DBD}" srcOrd="2" destOrd="0" presId="urn:microsoft.com/office/officeart/2005/8/layout/hierarchy3"/>
    <dgm:cxn modelId="{E02861F9-B782-41FF-BD3B-E74E0E8EB4E8}" type="presParOf" srcId="{15FFC67F-0146-4651-886E-8AF25E043919}" destId="{40BB3F6B-C886-49BA-BFD2-58A08ECCE52F}" srcOrd="3" destOrd="0" presId="urn:microsoft.com/office/officeart/2005/8/layout/hierarchy3"/>
    <dgm:cxn modelId="{73B09C86-7512-4992-A240-646EFC4464AF}" type="presParOf" srcId="{15FFC67F-0146-4651-886E-8AF25E043919}" destId="{FC01A24B-7032-4E28-89B8-2EA86D64AFB5}" srcOrd="4" destOrd="0" presId="urn:microsoft.com/office/officeart/2005/8/layout/hierarchy3"/>
    <dgm:cxn modelId="{36C45E4E-D0D0-4B52-A8E0-141A99DD6AA9}" type="presParOf" srcId="{15FFC67F-0146-4651-886E-8AF25E043919}" destId="{B531FCA2-2CE4-48A1-9133-CF0F99BB93F8}"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1BEA01-8A4D-47C0-8EC3-F966C8E7469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4FB5B7C3-124D-4BBA-AB73-C4592C7A00CA}">
      <dgm:prSet/>
      <dgm:spPr/>
      <dgm:t>
        <a:bodyPr/>
        <a:lstStyle/>
        <a:p>
          <a:r>
            <a:rPr lang="en-US" dirty="0">
              <a:solidFill>
                <a:schemeClr val="tx1"/>
              </a:solidFill>
            </a:rPr>
            <a:t>1. Real-time Detection:</a:t>
          </a:r>
        </a:p>
      </dgm:t>
    </dgm:pt>
    <dgm:pt modelId="{F5C425BC-1019-42C7-8A6D-830FE297DE68}" type="parTrans" cxnId="{E203E540-D3B3-4A57-BEF8-A1AE79C8526B}">
      <dgm:prSet/>
      <dgm:spPr/>
      <dgm:t>
        <a:bodyPr/>
        <a:lstStyle/>
        <a:p>
          <a:endParaRPr lang="en-US">
            <a:solidFill>
              <a:schemeClr val="tx1"/>
            </a:solidFill>
          </a:endParaRPr>
        </a:p>
      </dgm:t>
    </dgm:pt>
    <dgm:pt modelId="{42BF2B67-780B-4647-B755-B2372F96482B}" type="sibTrans" cxnId="{E203E540-D3B3-4A57-BEF8-A1AE79C8526B}">
      <dgm:prSet/>
      <dgm:spPr/>
      <dgm:t>
        <a:bodyPr/>
        <a:lstStyle/>
        <a:p>
          <a:endParaRPr lang="en-US">
            <a:solidFill>
              <a:schemeClr val="tx1"/>
            </a:solidFill>
          </a:endParaRPr>
        </a:p>
      </dgm:t>
    </dgm:pt>
    <dgm:pt modelId="{9A92433C-AA15-4B31-B907-E9D103A0E4C2}">
      <dgm:prSet/>
      <dgm:spPr/>
      <dgm:t>
        <a:bodyPr/>
        <a:lstStyle/>
        <a:p>
          <a:r>
            <a:rPr lang="en-US">
              <a:solidFill>
                <a:schemeClr val="tx1"/>
              </a:solidFill>
            </a:rPr>
            <a:t>Live video stream analysis</a:t>
          </a:r>
        </a:p>
      </dgm:t>
    </dgm:pt>
    <dgm:pt modelId="{D58ACB45-C8DA-4A62-885F-21DA2BF242F1}" type="parTrans" cxnId="{B73B4C8F-22D9-43C3-B86C-D83E0816BA5F}">
      <dgm:prSet/>
      <dgm:spPr/>
      <dgm:t>
        <a:bodyPr/>
        <a:lstStyle/>
        <a:p>
          <a:endParaRPr lang="en-US">
            <a:solidFill>
              <a:schemeClr val="tx1"/>
            </a:solidFill>
          </a:endParaRPr>
        </a:p>
      </dgm:t>
    </dgm:pt>
    <dgm:pt modelId="{6C80238B-A3F9-4330-A940-5A000AB17A7B}" type="sibTrans" cxnId="{B73B4C8F-22D9-43C3-B86C-D83E0816BA5F}">
      <dgm:prSet/>
      <dgm:spPr/>
      <dgm:t>
        <a:bodyPr/>
        <a:lstStyle/>
        <a:p>
          <a:endParaRPr lang="en-US">
            <a:solidFill>
              <a:schemeClr val="tx1"/>
            </a:solidFill>
          </a:endParaRPr>
        </a:p>
      </dgm:t>
    </dgm:pt>
    <dgm:pt modelId="{F6789287-0B1D-4BF7-A96F-32F2BEBFAFFB}">
      <dgm:prSet/>
      <dgm:spPr/>
      <dgm:t>
        <a:bodyPr/>
        <a:lstStyle/>
        <a:p>
          <a:r>
            <a:rPr lang="en-US">
              <a:solidFill>
                <a:schemeClr val="tx1"/>
              </a:solidFill>
            </a:rPr>
            <a:t>Frame-by-frame PPE identification</a:t>
          </a:r>
        </a:p>
      </dgm:t>
    </dgm:pt>
    <dgm:pt modelId="{952BF71D-7E45-4B81-8347-9ABCDD0D7E81}" type="parTrans" cxnId="{25A01540-AA81-4A40-BA09-2BAA38F0AF0F}">
      <dgm:prSet/>
      <dgm:spPr/>
      <dgm:t>
        <a:bodyPr/>
        <a:lstStyle/>
        <a:p>
          <a:endParaRPr lang="en-US">
            <a:solidFill>
              <a:schemeClr val="tx1"/>
            </a:solidFill>
          </a:endParaRPr>
        </a:p>
      </dgm:t>
    </dgm:pt>
    <dgm:pt modelId="{D93AA062-65D8-4B79-9CB6-C1029BA4B6F9}" type="sibTrans" cxnId="{25A01540-AA81-4A40-BA09-2BAA38F0AF0F}">
      <dgm:prSet/>
      <dgm:spPr/>
      <dgm:t>
        <a:bodyPr/>
        <a:lstStyle/>
        <a:p>
          <a:endParaRPr lang="en-US">
            <a:solidFill>
              <a:schemeClr val="tx1"/>
            </a:solidFill>
          </a:endParaRPr>
        </a:p>
      </dgm:t>
    </dgm:pt>
    <dgm:pt modelId="{17714A5B-CF21-435F-A8D6-BD09DE060BE2}">
      <dgm:prSet/>
      <dgm:spPr/>
      <dgm:t>
        <a:bodyPr/>
        <a:lstStyle/>
        <a:p>
          <a:r>
            <a:rPr lang="en-US">
              <a:solidFill>
                <a:schemeClr val="tx1"/>
              </a:solidFill>
            </a:rPr>
            <a:t>Instant violation flagging</a:t>
          </a:r>
        </a:p>
      </dgm:t>
    </dgm:pt>
    <dgm:pt modelId="{E59722CC-CCAA-485B-A597-1B8D251A6661}" type="parTrans" cxnId="{5B6C74F1-FB76-4D06-8E29-9E43E63A4874}">
      <dgm:prSet/>
      <dgm:spPr/>
      <dgm:t>
        <a:bodyPr/>
        <a:lstStyle/>
        <a:p>
          <a:endParaRPr lang="en-US">
            <a:solidFill>
              <a:schemeClr val="tx1"/>
            </a:solidFill>
          </a:endParaRPr>
        </a:p>
      </dgm:t>
    </dgm:pt>
    <dgm:pt modelId="{4A69E286-CDEC-4287-8539-33ABF8FBEF7D}" type="sibTrans" cxnId="{5B6C74F1-FB76-4D06-8E29-9E43E63A4874}">
      <dgm:prSet/>
      <dgm:spPr/>
      <dgm:t>
        <a:bodyPr/>
        <a:lstStyle/>
        <a:p>
          <a:endParaRPr lang="en-US">
            <a:solidFill>
              <a:schemeClr val="tx1"/>
            </a:solidFill>
          </a:endParaRPr>
        </a:p>
      </dgm:t>
    </dgm:pt>
    <dgm:pt modelId="{A7CA5E63-83A3-433D-AB27-9E3435994D0E}">
      <dgm:prSet/>
      <dgm:spPr/>
      <dgm:t>
        <a:bodyPr/>
        <a:lstStyle/>
        <a:p>
          <a:r>
            <a:rPr lang="en-US">
              <a:solidFill>
                <a:schemeClr val="tx1"/>
              </a:solidFill>
            </a:rPr>
            <a:t>2. Smart Alerting:</a:t>
          </a:r>
        </a:p>
      </dgm:t>
    </dgm:pt>
    <dgm:pt modelId="{E99220A2-2890-4C25-BD5C-5679DBC989E0}" type="parTrans" cxnId="{4C05AEAC-8CF5-4D42-817A-25A1C49FD300}">
      <dgm:prSet/>
      <dgm:spPr/>
      <dgm:t>
        <a:bodyPr/>
        <a:lstStyle/>
        <a:p>
          <a:endParaRPr lang="en-US">
            <a:solidFill>
              <a:schemeClr val="tx1"/>
            </a:solidFill>
          </a:endParaRPr>
        </a:p>
      </dgm:t>
    </dgm:pt>
    <dgm:pt modelId="{91490BCE-DBAD-4D2E-94C8-9F7810FD0610}" type="sibTrans" cxnId="{4C05AEAC-8CF5-4D42-817A-25A1C49FD300}">
      <dgm:prSet/>
      <dgm:spPr/>
      <dgm:t>
        <a:bodyPr/>
        <a:lstStyle/>
        <a:p>
          <a:endParaRPr lang="en-US">
            <a:solidFill>
              <a:schemeClr val="tx1"/>
            </a:solidFill>
          </a:endParaRPr>
        </a:p>
      </dgm:t>
    </dgm:pt>
    <dgm:pt modelId="{B02FBAF1-559E-41E0-869B-B565FDA12351}">
      <dgm:prSet/>
      <dgm:spPr/>
      <dgm:t>
        <a:bodyPr/>
        <a:lstStyle/>
        <a:p>
          <a:r>
            <a:rPr lang="en-US">
              <a:solidFill>
                <a:schemeClr val="tx1"/>
              </a:solidFill>
            </a:rPr>
            <a:t>Email notifications for violations</a:t>
          </a:r>
        </a:p>
      </dgm:t>
    </dgm:pt>
    <dgm:pt modelId="{5F01A206-E270-4B58-876A-CB3EF6B1288D}" type="parTrans" cxnId="{64CD7640-05F8-49FB-AECF-1765F679D78C}">
      <dgm:prSet/>
      <dgm:spPr/>
      <dgm:t>
        <a:bodyPr/>
        <a:lstStyle/>
        <a:p>
          <a:endParaRPr lang="en-US">
            <a:solidFill>
              <a:schemeClr val="tx1"/>
            </a:solidFill>
          </a:endParaRPr>
        </a:p>
      </dgm:t>
    </dgm:pt>
    <dgm:pt modelId="{BEB27617-D3DF-443F-9954-6EDE67872E63}" type="sibTrans" cxnId="{64CD7640-05F8-49FB-AECF-1765F679D78C}">
      <dgm:prSet/>
      <dgm:spPr/>
      <dgm:t>
        <a:bodyPr/>
        <a:lstStyle/>
        <a:p>
          <a:endParaRPr lang="en-US">
            <a:solidFill>
              <a:schemeClr val="tx1"/>
            </a:solidFill>
          </a:endParaRPr>
        </a:p>
      </dgm:t>
    </dgm:pt>
    <dgm:pt modelId="{DECB1584-0197-41E0-9F64-BE5458455699}">
      <dgm:prSet/>
      <dgm:spPr/>
      <dgm:t>
        <a:bodyPr/>
        <a:lstStyle/>
        <a:p>
          <a:r>
            <a:rPr lang="en-US">
              <a:solidFill>
                <a:schemeClr val="tx1"/>
              </a:solidFill>
            </a:rPr>
            <a:t>Dashboard popup alerts</a:t>
          </a:r>
        </a:p>
      </dgm:t>
    </dgm:pt>
    <dgm:pt modelId="{A1322934-B9DA-4E32-8504-1375523E6E80}" type="parTrans" cxnId="{9B9216DE-91D8-42D8-A8B7-D0D4DDC3BF0C}">
      <dgm:prSet/>
      <dgm:spPr/>
      <dgm:t>
        <a:bodyPr/>
        <a:lstStyle/>
        <a:p>
          <a:endParaRPr lang="en-US">
            <a:solidFill>
              <a:schemeClr val="tx1"/>
            </a:solidFill>
          </a:endParaRPr>
        </a:p>
      </dgm:t>
    </dgm:pt>
    <dgm:pt modelId="{D2316E56-093B-42CE-893D-D5356D78B808}" type="sibTrans" cxnId="{9B9216DE-91D8-42D8-A8B7-D0D4DDC3BF0C}">
      <dgm:prSet/>
      <dgm:spPr/>
      <dgm:t>
        <a:bodyPr/>
        <a:lstStyle/>
        <a:p>
          <a:endParaRPr lang="en-US">
            <a:solidFill>
              <a:schemeClr val="tx1"/>
            </a:solidFill>
          </a:endParaRPr>
        </a:p>
      </dgm:t>
    </dgm:pt>
    <dgm:pt modelId="{5B188A30-0649-4BA9-9704-6966E2412D7B}">
      <dgm:prSet/>
      <dgm:spPr/>
      <dgm:t>
        <a:bodyPr/>
        <a:lstStyle/>
        <a:p>
          <a:r>
            <a:rPr lang="en-US">
              <a:solidFill>
                <a:schemeClr val="tx1"/>
              </a:solidFill>
            </a:rPr>
            <a:t>Violation severity classification</a:t>
          </a:r>
        </a:p>
      </dgm:t>
    </dgm:pt>
    <dgm:pt modelId="{7523DB1B-45CD-41C8-A089-64234DE2EB63}" type="parTrans" cxnId="{0B908030-DCAB-47DB-8BB4-F26D64259CB5}">
      <dgm:prSet/>
      <dgm:spPr/>
      <dgm:t>
        <a:bodyPr/>
        <a:lstStyle/>
        <a:p>
          <a:endParaRPr lang="en-US">
            <a:solidFill>
              <a:schemeClr val="tx1"/>
            </a:solidFill>
          </a:endParaRPr>
        </a:p>
      </dgm:t>
    </dgm:pt>
    <dgm:pt modelId="{CE059CEA-07B2-46D8-B97F-21B60CA7094E}" type="sibTrans" cxnId="{0B908030-DCAB-47DB-8BB4-F26D64259CB5}">
      <dgm:prSet/>
      <dgm:spPr/>
      <dgm:t>
        <a:bodyPr/>
        <a:lstStyle/>
        <a:p>
          <a:endParaRPr lang="en-US">
            <a:solidFill>
              <a:schemeClr val="tx1"/>
            </a:solidFill>
          </a:endParaRPr>
        </a:p>
      </dgm:t>
    </dgm:pt>
    <dgm:pt modelId="{A4A4237E-858A-44DC-A10B-97FAE2A34462}" type="pres">
      <dgm:prSet presAssocID="{351BEA01-8A4D-47C0-8EC3-F966C8E7469E}" presName="hierChild1" presStyleCnt="0">
        <dgm:presLayoutVars>
          <dgm:orgChart val="1"/>
          <dgm:chPref val="1"/>
          <dgm:dir/>
          <dgm:animOne val="branch"/>
          <dgm:animLvl val="lvl"/>
          <dgm:resizeHandles/>
        </dgm:presLayoutVars>
      </dgm:prSet>
      <dgm:spPr/>
    </dgm:pt>
    <dgm:pt modelId="{6C722F87-6E94-414A-9BD8-8353B702FD92}" type="pres">
      <dgm:prSet presAssocID="{4FB5B7C3-124D-4BBA-AB73-C4592C7A00CA}" presName="hierRoot1" presStyleCnt="0">
        <dgm:presLayoutVars>
          <dgm:hierBranch val="init"/>
        </dgm:presLayoutVars>
      </dgm:prSet>
      <dgm:spPr/>
    </dgm:pt>
    <dgm:pt modelId="{4467448F-04E6-4D68-A84C-57CF4FD40504}" type="pres">
      <dgm:prSet presAssocID="{4FB5B7C3-124D-4BBA-AB73-C4592C7A00CA}" presName="rootComposite1" presStyleCnt="0"/>
      <dgm:spPr/>
    </dgm:pt>
    <dgm:pt modelId="{7B402730-6340-4694-BF60-AC8C526A4676}" type="pres">
      <dgm:prSet presAssocID="{4FB5B7C3-124D-4BBA-AB73-C4592C7A00CA}" presName="rootText1" presStyleLbl="node0" presStyleIdx="0" presStyleCnt="2">
        <dgm:presLayoutVars>
          <dgm:chPref val="3"/>
        </dgm:presLayoutVars>
      </dgm:prSet>
      <dgm:spPr/>
    </dgm:pt>
    <dgm:pt modelId="{EB5B325D-4E96-40F6-87E1-B56968E48959}" type="pres">
      <dgm:prSet presAssocID="{4FB5B7C3-124D-4BBA-AB73-C4592C7A00CA}" presName="rootConnector1" presStyleLbl="node1" presStyleIdx="0" presStyleCnt="0"/>
      <dgm:spPr/>
    </dgm:pt>
    <dgm:pt modelId="{8C90AAB2-D32D-40EA-A893-230FB9D73BF3}" type="pres">
      <dgm:prSet presAssocID="{4FB5B7C3-124D-4BBA-AB73-C4592C7A00CA}" presName="hierChild2" presStyleCnt="0"/>
      <dgm:spPr/>
    </dgm:pt>
    <dgm:pt modelId="{82E3A9F3-F79D-42CC-BD77-88BD153F1768}" type="pres">
      <dgm:prSet presAssocID="{D58ACB45-C8DA-4A62-885F-21DA2BF242F1}" presName="Name37" presStyleLbl="parChTrans1D2" presStyleIdx="0" presStyleCnt="6"/>
      <dgm:spPr/>
    </dgm:pt>
    <dgm:pt modelId="{9AF9AF0F-C75F-4725-AD02-E59BDA1ACC0B}" type="pres">
      <dgm:prSet presAssocID="{9A92433C-AA15-4B31-B907-E9D103A0E4C2}" presName="hierRoot2" presStyleCnt="0">
        <dgm:presLayoutVars>
          <dgm:hierBranch val="init"/>
        </dgm:presLayoutVars>
      </dgm:prSet>
      <dgm:spPr/>
    </dgm:pt>
    <dgm:pt modelId="{57B384F2-6DFF-4B72-9C9F-A5408ED0D456}" type="pres">
      <dgm:prSet presAssocID="{9A92433C-AA15-4B31-B907-E9D103A0E4C2}" presName="rootComposite" presStyleCnt="0"/>
      <dgm:spPr/>
    </dgm:pt>
    <dgm:pt modelId="{01541818-3688-41DB-B4BC-8547F6288EFC}" type="pres">
      <dgm:prSet presAssocID="{9A92433C-AA15-4B31-B907-E9D103A0E4C2}" presName="rootText" presStyleLbl="node2" presStyleIdx="0" presStyleCnt="6">
        <dgm:presLayoutVars>
          <dgm:chPref val="3"/>
        </dgm:presLayoutVars>
      </dgm:prSet>
      <dgm:spPr/>
    </dgm:pt>
    <dgm:pt modelId="{36855825-E54C-4583-B53C-6CF5F757CEA6}" type="pres">
      <dgm:prSet presAssocID="{9A92433C-AA15-4B31-B907-E9D103A0E4C2}" presName="rootConnector" presStyleLbl="node2" presStyleIdx="0" presStyleCnt="6"/>
      <dgm:spPr/>
    </dgm:pt>
    <dgm:pt modelId="{DCD3C4FA-5FDD-443B-A1AE-BB93F37992C4}" type="pres">
      <dgm:prSet presAssocID="{9A92433C-AA15-4B31-B907-E9D103A0E4C2}" presName="hierChild4" presStyleCnt="0"/>
      <dgm:spPr/>
    </dgm:pt>
    <dgm:pt modelId="{0D343784-C686-4965-91C6-71A36663D566}" type="pres">
      <dgm:prSet presAssocID="{9A92433C-AA15-4B31-B907-E9D103A0E4C2}" presName="hierChild5" presStyleCnt="0"/>
      <dgm:spPr/>
    </dgm:pt>
    <dgm:pt modelId="{69104E33-25FC-47BF-908A-E236D17831AC}" type="pres">
      <dgm:prSet presAssocID="{952BF71D-7E45-4B81-8347-9ABCDD0D7E81}" presName="Name37" presStyleLbl="parChTrans1D2" presStyleIdx="1" presStyleCnt="6"/>
      <dgm:spPr/>
    </dgm:pt>
    <dgm:pt modelId="{A5CA6755-8837-4A77-B5E9-99643CC3C362}" type="pres">
      <dgm:prSet presAssocID="{F6789287-0B1D-4BF7-A96F-32F2BEBFAFFB}" presName="hierRoot2" presStyleCnt="0">
        <dgm:presLayoutVars>
          <dgm:hierBranch val="init"/>
        </dgm:presLayoutVars>
      </dgm:prSet>
      <dgm:spPr/>
    </dgm:pt>
    <dgm:pt modelId="{71FE45AD-0765-449C-882D-7C92CD460E95}" type="pres">
      <dgm:prSet presAssocID="{F6789287-0B1D-4BF7-A96F-32F2BEBFAFFB}" presName="rootComposite" presStyleCnt="0"/>
      <dgm:spPr/>
    </dgm:pt>
    <dgm:pt modelId="{50697104-F58A-43AA-B01F-8F61ACA4293B}" type="pres">
      <dgm:prSet presAssocID="{F6789287-0B1D-4BF7-A96F-32F2BEBFAFFB}" presName="rootText" presStyleLbl="node2" presStyleIdx="1" presStyleCnt="6">
        <dgm:presLayoutVars>
          <dgm:chPref val="3"/>
        </dgm:presLayoutVars>
      </dgm:prSet>
      <dgm:spPr/>
    </dgm:pt>
    <dgm:pt modelId="{2073CF5E-535B-4E2A-B4B1-B743C9EC3CBB}" type="pres">
      <dgm:prSet presAssocID="{F6789287-0B1D-4BF7-A96F-32F2BEBFAFFB}" presName="rootConnector" presStyleLbl="node2" presStyleIdx="1" presStyleCnt="6"/>
      <dgm:spPr/>
    </dgm:pt>
    <dgm:pt modelId="{A05F6CC1-5511-4258-84CB-66B4866F7E66}" type="pres">
      <dgm:prSet presAssocID="{F6789287-0B1D-4BF7-A96F-32F2BEBFAFFB}" presName="hierChild4" presStyleCnt="0"/>
      <dgm:spPr/>
    </dgm:pt>
    <dgm:pt modelId="{4E8DF7D8-9DE4-4BC1-B462-C40D2FC0F9DA}" type="pres">
      <dgm:prSet presAssocID="{F6789287-0B1D-4BF7-A96F-32F2BEBFAFFB}" presName="hierChild5" presStyleCnt="0"/>
      <dgm:spPr/>
    </dgm:pt>
    <dgm:pt modelId="{71BF853F-A50B-439D-92E5-25A8D631EA51}" type="pres">
      <dgm:prSet presAssocID="{E59722CC-CCAA-485B-A597-1B8D251A6661}" presName="Name37" presStyleLbl="parChTrans1D2" presStyleIdx="2" presStyleCnt="6"/>
      <dgm:spPr/>
    </dgm:pt>
    <dgm:pt modelId="{DBF9DC57-7601-40BA-A513-79FF796A1DB5}" type="pres">
      <dgm:prSet presAssocID="{17714A5B-CF21-435F-A8D6-BD09DE060BE2}" presName="hierRoot2" presStyleCnt="0">
        <dgm:presLayoutVars>
          <dgm:hierBranch val="init"/>
        </dgm:presLayoutVars>
      </dgm:prSet>
      <dgm:spPr/>
    </dgm:pt>
    <dgm:pt modelId="{00D4152F-AE94-4F18-AA67-C43A1AEB63C4}" type="pres">
      <dgm:prSet presAssocID="{17714A5B-CF21-435F-A8D6-BD09DE060BE2}" presName="rootComposite" presStyleCnt="0"/>
      <dgm:spPr/>
    </dgm:pt>
    <dgm:pt modelId="{4845C22B-2762-4C29-8B0C-79CBF5C04184}" type="pres">
      <dgm:prSet presAssocID="{17714A5B-CF21-435F-A8D6-BD09DE060BE2}" presName="rootText" presStyleLbl="node2" presStyleIdx="2" presStyleCnt="6">
        <dgm:presLayoutVars>
          <dgm:chPref val="3"/>
        </dgm:presLayoutVars>
      </dgm:prSet>
      <dgm:spPr/>
    </dgm:pt>
    <dgm:pt modelId="{8636ED05-C2C7-4B82-8181-529CBB3FD9B1}" type="pres">
      <dgm:prSet presAssocID="{17714A5B-CF21-435F-A8D6-BD09DE060BE2}" presName="rootConnector" presStyleLbl="node2" presStyleIdx="2" presStyleCnt="6"/>
      <dgm:spPr/>
    </dgm:pt>
    <dgm:pt modelId="{6564B0D3-3FCD-4DBA-B360-E86A725C38A1}" type="pres">
      <dgm:prSet presAssocID="{17714A5B-CF21-435F-A8D6-BD09DE060BE2}" presName="hierChild4" presStyleCnt="0"/>
      <dgm:spPr/>
    </dgm:pt>
    <dgm:pt modelId="{BD766A3F-2F24-4E52-9C8B-165B2C4EE558}" type="pres">
      <dgm:prSet presAssocID="{17714A5B-CF21-435F-A8D6-BD09DE060BE2}" presName="hierChild5" presStyleCnt="0"/>
      <dgm:spPr/>
    </dgm:pt>
    <dgm:pt modelId="{319BA3E8-1869-430F-815F-471F4D63E934}" type="pres">
      <dgm:prSet presAssocID="{4FB5B7C3-124D-4BBA-AB73-C4592C7A00CA}" presName="hierChild3" presStyleCnt="0"/>
      <dgm:spPr/>
    </dgm:pt>
    <dgm:pt modelId="{98A3E9C3-D1CD-4CB6-BDFB-044E4AF16025}" type="pres">
      <dgm:prSet presAssocID="{A7CA5E63-83A3-433D-AB27-9E3435994D0E}" presName="hierRoot1" presStyleCnt="0">
        <dgm:presLayoutVars>
          <dgm:hierBranch val="init"/>
        </dgm:presLayoutVars>
      </dgm:prSet>
      <dgm:spPr/>
    </dgm:pt>
    <dgm:pt modelId="{C12096B8-F1B4-43C4-B2A5-A1FB7890E04D}" type="pres">
      <dgm:prSet presAssocID="{A7CA5E63-83A3-433D-AB27-9E3435994D0E}" presName="rootComposite1" presStyleCnt="0"/>
      <dgm:spPr/>
    </dgm:pt>
    <dgm:pt modelId="{57A0328A-C8EA-47A3-8FCC-129B580C1905}" type="pres">
      <dgm:prSet presAssocID="{A7CA5E63-83A3-433D-AB27-9E3435994D0E}" presName="rootText1" presStyleLbl="node0" presStyleIdx="1" presStyleCnt="2">
        <dgm:presLayoutVars>
          <dgm:chPref val="3"/>
        </dgm:presLayoutVars>
      </dgm:prSet>
      <dgm:spPr/>
    </dgm:pt>
    <dgm:pt modelId="{E5FD0999-ECAD-470A-9610-6DF53F2E2BC7}" type="pres">
      <dgm:prSet presAssocID="{A7CA5E63-83A3-433D-AB27-9E3435994D0E}" presName="rootConnector1" presStyleLbl="node1" presStyleIdx="0" presStyleCnt="0"/>
      <dgm:spPr/>
    </dgm:pt>
    <dgm:pt modelId="{5485FF28-73E5-4F7C-B6F7-6917D594A4E9}" type="pres">
      <dgm:prSet presAssocID="{A7CA5E63-83A3-433D-AB27-9E3435994D0E}" presName="hierChild2" presStyleCnt="0"/>
      <dgm:spPr/>
    </dgm:pt>
    <dgm:pt modelId="{8F625F4B-DCA7-4B23-AF4C-F1BDA89EE9BE}" type="pres">
      <dgm:prSet presAssocID="{5F01A206-E270-4B58-876A-CB3EF6B1288D}" presName="Name37" presStyleLbl="parChTrans1D2" presStyleIdx="3" presStyleCnt="6"/>
      <dgm:spPr/>
    </dgm:pt>
    <dgm:pt modelId="{EC17781A-488E-4C0C-A637-FC437445228D}" type="pres">
      <dgm:prSet presAssocID="{B02FBAF1-559E-41E0-869B-B565FDA12351}" presName="hierRoot2" presStyleCnt="0">
        <dgm:presLayoutVars>
          <dgm:hierBranch val="init"/>
        </dgm:presLayoutVars>
      </dgm:prSet>
      <dgm:spPr/>
    </dgm:pt>
    <dgm:pt modelId="{7819E7CF-9284-472F-9EAE-3AF83768F04A}" type="pres">
      <dgm:prSet presAssocID="{B02FBAF1-559E-41E0-869B-B565FDA12351}" presName="rootComposite" presStyleCnt="0"/>
      <dgm:spPr/>
    </dgm:pt>
    <dgm:pt modelId="{3FF27D33-87B8-410F-B676-4774A1E88A5F}" type="pres">
      <dgm:prSet presAssocID="{B02FBAF1-559E-41E0-869B-B565FDA12351}" presName="rootText" presStyleLbl="node2" presStyleIdx="3" presStyleCnt="6">
        <dgm:presLayoutVars>
          <dgm:chPref val="3"/>
        </dgm:presLayoutVars>
      </dgm:prSet>
      <dgm:spPr/>
    </dgm:pt>
    <dgm:pt modelId="{1D5772F4-C511-40C9-9CBC-A533745F5B08}" type="pres">
      <dgm:prSet presAssocID="{B02FBAF1-559E-41E0-869B-B565FDA12351}" presName="rootConnector" presStyleLbl="node2" presStyleIdx="3" presStyleCnt="6"/>
      <dgm:spPr/>
    </dgm:pt>
    <dgm:pt modelId="{0949E8AF-6EFA-4F95-B057-5137F73C901F}" type="pres">
      <dgm:prSet presAssocID="{B02FBAF1-559E-41E0-869B-B565FDA12351}" presName="hierChild4" presStyleCnt="0"/>
      <dgm:spPr/>
    </dgm:pt>
    <dgm:pt modelId="{8AEB0EFA-F46D-4A1B-ADC1-DA4E95EFA6FC}" type="pres">
      <dgm:prSet presAssocID="{B02FBAF1-559E-41E0-869B-B565FDA12351}" presName="hierChild5" presStyleCnt="0"/>
      <dgm:spPr/>
    </dgm:pt>
    <dgm:pt modelId="{9D4B69EA-B57E-418B-BD0D-B0DB63FA8D43}" type="pres">
      <dgm:prSet presAssocID="{A1322934-B9DA-4E32-8504-1375523E6E80}" presName="Name37" presStyleLbl="parChTrans1D2" presStyleIdx="4" presStyleCnt="6"/>
      <dgm:spPr/>
    </dgm:pt>
    <dgm:pt modelId="{9876F6F3-69DA-4385-ABE6-7A3F36E34C48}" type="pres">
      <dgm:prSet presAssocID="{DECB1584-0197-41E0-9F64-BE5458455699}" presName="hierRoot2" presStyleCnt="0">
        <dgm:presLayoutVars>
          <dgm:hierBranch val="init"/>
        </dgm:presLayoutVars>
      </dgm:prSet>
      <dgm:spPr/>
    </dgm:pt>
    <dgm:pt modelId="{F8738A05-C54A-4032-8DFE-265C306996E6}" type="pres">
      <dgm:prSet presAssocID="{DECB1584-0197-41E0-9F64-BE5458455699}" presName="rootComposite" presStyleCnt="0"/>
      <dgm:spPr/>
    </dgm:pt>
    <dgm:pt modelId="{33048EB5-C073-44EE-AE45-E5424B985192}" type="pres">
      <dgm:prSet presAssocID="{DECB1584-0197-41E0-9F64-BE5458455699}" presName="rootText" presStyleLbl="node2" presStyleIdx="4" presStyleCnt="6">
        <dgm:presLayoutVars>
          <dgm:chPref val="3"/>
        </dgm:presLayoutVars>
      </dgm:prSet>
      <dgm:spPr/>
    </dgm:pt>
    <dgm:pt modelId="{A825688E-C9A8-4A5B-A976-6FD989EEE700}" type="pres">
      <dgm:prSet presAssocID="{DECB1584-0197-41E0-9F64-BE5458455699}" presName="rootConnector" presStyleLbl="node2" presStyleIdx="4" presStyleCnt="6"/>
      <dgm:spPr/>
    </dgm:pt>
    <dgm:pt modelId="{F6F84DC1-F096-4E4B-90C8-B1C779FBD4E1}" type="pres">
      <dgm:prSet presAssocID="{DECB1584-0197-41E0-9F64-BE5458455699}" presName="hierChild4" presStyleCnt="0"/>
      <dgm:spPr/>
    </dgm:pt>
    <dgm:pt modelId="{E1CD01C8-090C-45ED-9754-75B71E5B9F8E}" type="pres">
      <dgm:prSet presAssocID="{DECB1584-0197-41E0-9F64-BE5458455699}" presName="hierChild5" presStyleCnt="0"/>
      <dgm:spPr/>
    </dgm:pt>
    <dgm:pt modelId="{DF15B087-6B60-43D7-9458-7C48B40F3245}" type="pres">
      <dgm:prSet presAssocID="{7523DB1B-45CD-41C8-A089-64234DE2EB63}" presName="Name37" presStyleLbl="parChTrans1D2" presStyleIdx="5" presStyleCnt="6"/>
      <dgm:spPr/>
    </dgm:pt>
    <dgm:pt modelId="{ECE65616-A89F-47C1-9E6D-FBDEDBE3EC67}" type="pres">
      <dgm:prSet presAssocID="{5B188A30-0649-4BA9-9704-6966E2412D7B}" presName="hierRoot2" presStyleCnt="0">
        <dgm:presLayoutVars>
          <dgm:hierBranch val="init"/>
        </dgm:presLayoutVars>
      </dgm:prSet>
      <dgm:spPr/>
    </dgm:pt>
    <dgm:pt modelId="{ED5672C9-B4FC-41B9-B587-5B776DD3D12C}" type="pres">
      <dgm:prSet presAssocID="{5B188A30-0649-4BA9-9704-6966E2412D7B}" presName="rootComposite" presStyleCnt="0"/>
      <dgm:spPr/>
    </dgm:pt>
    <dgm:pt modelId="{D606DCB7-8068-4D5E-9DF2-7ED5153EC9D4}" type="pres">
      <dgm:prSet presAssocID="{5B188A30-0649-4BA9-9704-6966E2412D7B}" presName="rootText" presStyleLbl="node2" presStyleIdx="5" presStyleCnt="6">
        <dgm:presLayoutVars>
          <dgm:chPref val="3"/>
        </dgm:presLayoutVars>
      </dgm:prSet>
      <dgm:spPr/>
    </dgm:pt>
    <dgm:pt modelId="{55F824E8-C290-4988-8876-868A2BB92077}" type="pres">
      <dgm:prSet presAssocID="{5B188A30-0649-4BA9-9704-6966E2412D7B}" presName="rootConnector" presStyleLbl="node2" presStyleIdx="5" presStyleCnt="6"/>
      <dgm:spPr/>
    </dgm:pt>
    <dgm:pt modelId="{E0887877-CC5A-451D-9E08-F64621D08561}" type="pres">
      <dgm:prSet presAssocID="{5B188A30-0649-4BA9-9704-6966E2412D7B}" presName="hierChild4" presStyleCnt="0"/>
      <dgm:spPr/>
    </dgm:pt>
    <dgm:pt modelId="{CAD709BD-28C4-462C-9BDD-36B0C9C0236F}" type="pres">
      <dgm:prSet presAssocID="{5B188A30-0649-4BA9-9704-6966E2412D7B}" presName="hierChild5" presStyleCnt="0"/>
      <dgm:spPr/>
    </dgm:pt>
    <dgm:pt modelId="{83822F0E-3252-46BF-8E57-73D771FF9E22}" type="pres">
      <dgm:prSet presAssocID="{A7CA5E63-83A3-433D-AB27-9E3435994D0E}" presName="hierChild3" presStyleCnt="0"/>
      <dgm:spPr/>
    </dgm:pt>
  </dgm:ptLst>
  <dgm:cxnLst>
    <dgm:cxn modelId="{7F0DB600-2355-424C-A4BD-7DEBCBA529E8}" type="presOf" srcId="{4FB5B7C3-124D-4BBA-AB73-C4592C7A00CA}" destId="{7B402730-6340-4694-BF60-AC8C526A4676}" srcOrd="0" destOrd="0" presId="urn:microsoft.com/office/officeart/2005/8/layout/orgChart1"/>
    <dgm:cxn modelId="{804FF40B-5292-475B-AC0C-FF3FF10ED40F}" type="presOf" srcId="{DECB1584-0197-41E0-9F64-BE5458455699}" destId="{33048EB5-C073-44EE-AE45-E5424B985192}" srcOrd="0" destOrd="0" presId="urn:microsoft.com/office/officeart/2005/8/layout/orgChart1"/>
    <dgm:cxn modelId="{9576A60C-2556-4A63-B1D3-D490B6BDAE1B}" type="presOf" srcId="{5B188A30-0649-4BA9-9704-6966E2412D7B}" destId="{D606DCB7-8068-4D5E-9DF2-7ED5153EC9D4}" srcOrd="0" destOrd="0" presId="urn:microsoft.com/office/officeart/2005/8/layout/orgChart1"/>
    <dgm:cxn modelId="{E2948C11-B64A-48E3-8F32-6EE3BFE552B8}" type="presOf" srcId="{7523DB1B-45CD-41C8-A089-64234DE2EB63}" destId="{DF15B087-6B60-43D7-9458-7C48B40F3245}" srcOrd="0" destOrd="0" presId="urn:microsoft.com/office/officeart/2005/8/layout/orgChart1"/>
    <dgm:cxn modelId="{16E3FC2A-BFEA-4062-8961-C9C4860EBD4C}" type="presOf" srcId="{5B188A30-0649-4BA9-9704-6966E2412D7B}" destId="{55F824E8-C290-4988-8876-868A2BB92077}" srcOrd="1" destOrd="0" presId="urn:microsoft.com/office/officeart/2005/8/layout/orgChart1"/>
    <dgm:cxn modelId="{0B908030-DCAB-47DB-8BB4-F26D64259CB5}" srcId="{A7CA5E63-83A3-433D-AB27-9E3435994D0E}" destId="{5B188A30-0649-4BA9-9704-6966E2412D7B}" srcOrd="2" destOrd="0" parTransId="{7523DB1B-45CD-41C8-A089-64234DE2EB63}" sibTransId="{CE059CEA-07B2-46D8-B97F-21B60CA7094E}"/>
    <dgm:cxn modelId="{25A01540-AA81-4A40-BA09-2BAA38F0AF0F}" srcId="{4FB5B7C3-124D-4BBA-AB73-C4592C7A00CA}" destId="{F6789287-0B1D-4BF7-A96F-32F2BEBFAFFB}" srcOrd="1" destOrd="0" parTransId="{952BF71D-7E45-4B81-8347-9ABCDD0D7E81}" sibTransId="{D93AA062-65D8-4B79-9CB6-C1029BA4B6F9}"/>
    <dgm:cxn modelId="{64CD7640-05F8-49FB-AECF-1765F679D78C}" srcId="{A7CA5E63-83A3-433D-AB27-9E3435994D0E}" destId="{B02FBAF1-559E-41E0-869B-B565FDA12351}" srcOrd="0" destOrd="0" parTransId="{5F01A206-E270-4B58-876A-CB3EF6B1288D}" sibTransId="{BEB27617-D3DF-443F-9954-6EDE67872E63}"/>
    <dgm:cxn modelId="{E203E540-D3B3-4A57-BEF8-A1AE79C8526B}" srcId="{351BEA01-8A4D-47C0-8EC3-F966C8E7469E}" destId="{4FB5B7C3-124D-4BBA-AB73-C4592C7A00CA}" srcOrd="0" destOrd="0" parTransId="{F5C425BC-1019-42C7-8A6D-830FE297DE68}" sibTransId="{42BF2B67-780B-4647-B755-B2372F96482B}"/>
    <dgm:cxn modelId="{CF2A845E-C6DE-43E5-AF0E-A7B61B7F8E3B}" type="presOf" srcId="{A7CA5E63-83A3-433D-AB27-9E3435994D0E}" destId="{57A0328A-C8EA-47A3-8FCC-129B580C1905}" srcOrd="0" destOrd="0" presId="urn:microsoft.com/office/officeart/2005/8/layout/orgChart1"/>
    <dgm:cxn modelId="{204F1746-E72F-408A-A864-133990627F33}" type="presOf" srcId="{B02FBAF1-559E-41E0-869B-B565FDA12351}" destId="{1D5772F4-C511-40C9-9CBC-A533745F5B08}" srcOrd="1" destOrd="0" presId="urn:microsoft.com/office/officeart/2005/8/layout/orgChart1"/>
    <dgm:cxn modelId="{F786FC69-6D18-45E7-93DC-F26F8261CED7}" type="presOf" srcId="{B02FBAF1-559E-41E0-869B-B565FDA12351}" destId="{3FF27D33-87B8-410F-B676-4774A1E88A5F}" srcOrd="0" destOrd="0" presId="urn:microsoft.com/office/officeart/2005/8/layout/orgChart1"/>
    <dgm:cxn modelId="{7F8FB24E-E9AF-480F-8797-26CBD3B57986}" type="presOf" srcId="{4FB5B7C3-124D-4BBA-AB73-C4592C7A00CA}" destId="{EB5B325D-4E96-40F6-87E1-B56968E48959}" srcOrd="1" destOrd="0" presId="urn:microsoft.com/office/officeart/2005/8/layout/orgChart1"/>
    <dgm:cxn modelId="{5161976F-7116-46BB-AEAB-4A54CF43F36E}" type="presOf" srcId="{F6789287-0B1D-4BF7-A96F-32F2BEBFAFFB}" destId="{2073CF5E-535B-4E2A-B4B1-B743C9EC3CBB}" srcOrd="1" destOrd="0" presId="urn:microsoft.com/office/officeart/2005/8/layout/orgChart1"/>
    <dgm:cxn modelId="{476AFA52-B07A-4AF7-B17C-E99354A96CC3}" type="presOf" srcId="{351BEA01-8A4D-47C0-8EC3-F966C8E7469E}" destId="{A4A4237E-858A-44DC-A10B-97FAE2A34462}" srcOrd="0" destOrd="0" presId="urn:microsoft.com/office/officeart/2005/8/layout/orgChart1"/>
    <dgm:cxn modelId="{1E0D1453-C7B1-48CB-B394-1B5C2B45CE3A}" type="presOf" srcId="{17714A5B-CF21-435F-A8D6-BD09DE060BE2}" destId="{8636ED05-C2C7-4B82-8181-529CBB3FD9B1}" srcOrd="1" destOrd="0" presId="urn:microsoft.com/office/officeart/2005/8/layout/orgChart1"/>
    <dgm:cxn modelId="{131E1F53-2075-4E40-9DF4-18D449D62B1F}" type="presOf" srcId="{D58ACB45-C8DA-4A62-885F-21DA2BF242F1}" destId="{82E3A9F3-F79D-42CC-BD77-88BD153F1768}" srcOrd="0" destOrd="0" presId="urn:microsoft.com/office/officeart/2005/8/layout/orgChart1"/>
    <dgm:cxn modelId="{67CA3175-AC7B-4EBC-A075-141E83200CA1}" type="presOf" srcId="{DECB1584-0197-41E0-9F64-BE5458455699}" destId="{A825688E-C9A8-4A5B-A976-6FD989EEE700}" srcOrd="1" destOrd="0" presId="urn:microsoft.com/office/officeart/2005/8/layout/orgChart1"/>
    <dgm:cxn modelId="{C0B89B8B-2127-44C0-A055-8828A2D26060}" type="presOf" srcId="{5F01A206-E270-4B58-876A-CB3EF6B1288D}" destId="{8F625F4B-DCA7-4B23-AF4C-F1BDA89EE9BE}" srcOrd="0" destOrd="0" presId="urn:microsoft.com/office/officeart/2005/8/layout/orgChart1"/>
    <dgm:cxn modelId="{C7448A8D-D5F0-4617-99B7-E70EE2E7C924}" type="presOf" srcId="{952BF71D-7E45-4B81-8347-9ABCDD0D7E81}" destId="{69104E33-25FC-47BF-908A-E236D17831AC}" srcOrd="0" destOrd="0" presId="urn:microsoft.com/office/officeart/2005/8/layout/orgChart1"/>
    <dgm:cxn modelId="{B73B4C8F-22D9-43C3-B86C-D83E0816BA5F}" srcId="{4FB5B7C3-124D-4BBA-AB73-C4592C7A00CA}" destId="{9A92433C-AA15-4B31-B907-E9D103A0E4C2}" srcOrd="0" destOrd="0" parTransId="{D58ACB45-C8DA-4A62-885F-21DA2BF242F1}" sibTransId="{6C80238B-A3F9-4330-A940-5A000AB17A7B}"/>
    <dgm:cxn modelId="{3DCE5D9B-65B0-4869-A425-9A431809AE5B}" type="presOf" srcId="{A1322934-B9DA-4E32-8504-1375523E6E80}" destId="{9D4B69EA-B57E-418B-BD0D-B0DB63FA8D43}" srcOrd="0" destOrd="0" presId="urn:microsoft.com/office/officeart/2005/8/layout/orgChart1"/>
    <dgm:cxn modelId="{5C9319A5-E73C-41FC-B4E4-AAEF59D8B316}" type="presOf" srcId="{A7CA5E63-83A3-433D-AB27-9E3435994D0E}" destId="{E5FD0999-ECAD-470A-9610-6DF53F2E2BC7}" srcOrd="1" destOrd="0" presId="urn:microsoft.com/office/officeart/2005/8/layout/orgChart1"/>
    <dgm:cxn modelId="{46A92FA7-F274-4DFA-8C33-4EB89AF13073}" type="presOf" srcId="{17714A5B-CF21-435F-A8D6-BD09DE060BE2}" destId="{4845C22B-2762-4C29-8B0C-79CBF5C04184}" srcOrd="0" destOrd="0" presId="urn:microsoft.com/office/officeart/2005/8/layout/orgChart1"/>
    <dgm:cxn modelId="{4C05AEAC-8CF5-4D42-817A-25A1C49FD300}" srcId="{351BEA01-8A4D-47C0-8EC3-F966C8E7469E}" destId="{A7CA5E63-83A3-433D-AB27-9E3435994D0E}" srcOrd="1" destOrd="0" parTransId="{E99220A2-2890-4C25-BD5C-5679DBC989E0}" sibTransId="{91490BCE-DBAD-4D2E-94C8-9F7810FD0610}"/>
    <dgm:cxn modelId="{F6D7E1B8-65CE-4A3C-A8F6-C23CF6ED218B}" type="presOf" srcId="{F6789287-0B1D-4BF7-A96F-32F2BEBFAFFB}" destId="{50697104-F58A-43AA-B01F-8F61ACA4293B}" srcOrd="0" destOrd="0" presId="urn:microsoft.com/office/officeart/2005/8/layout/orgChart1"/>
    <dgm:cxn modelId="{71E6DBBC-320C-4AB0-B976-93C2ECC528B9}" type="presOf" srcId="{E59722CC-CCAA-485B-A597-1B8D251A6661}" destId="{71BF853F-A50B-439D-92E5-25A8D631EA51}" srcOrd="0" destOrd="0" presId="urn:microsoft.com/office/officeart/2005/8/layout/orgChart1"/>
    <dgm:cxn modelId="{10CC4ABD-FE73-43ED-86A4-B0956BA63484}" type="presOf" srcId="{9A92433C-AA15-4B31-B907-E9D103A0E4C2}" destId="{36855825-E54C-4583-B53C-6CF5F757CEA6}" srcOrd="1" destOrd="0" presId="urn:microsoft.com/office/officeart/2005/8/layout/orgChart1"/>
    <dgm:cxn modelId="{9B9216DE-91D8-42D8-A8B7-D0D4DDC3BF0C}" srcId="{A7CA5E63-83A3-433D-AB27-9E3435994D0E}" destId="{DECB1584-0197-41E0-9F64-BE5458455699}" srcOrd="1" destOrd="0" parTransId="{A1322934-B9DA-4E32-8504-1375523E6E80}" sibTransId="{D2316E56-093B-42CE-893D-D5356D78B808}"/>
    <dgm:cxn modelId="{83AF1CE8-FF6B-4EC4-A972-C3B7A72D8667}" type="presOf" srcId="{9A92433C-AA15-4B31-B907-E9D103A0E4C2}" destId="{01541818-3688-41DB-B4BC-8547F6288EFC}" srcOrd="0" destOrd="0" presId="urn:microsoft.com/office/officeart/2005/8/layout/orgChart1"/>
    <dgm:cxn modelId="{5B6C74F1-FB76-4D06-8E29-9E43E63A4874}" srcId="{4FB5B7C3-124D-4BBA-AB73-C4592C7A00CA}" destId="{17714A5B-CF21-435F-A8D6-BD09DE060BE2}" srcOrd="2" destOrd="0" parTransId="{E59722CC-CCAA-485B-A597-1B8D251A6661}" sibTransId="{4A69E286-CDEC-4287-8539-33ABF8FBEF7D}"/>
    <dgm:cxn modelId="{33ED9357-02F7-4682-BBBB-57D946EDB5CF}" type="presParOf" srcId="{A4A4237E-858A-44DC-A10B-97FAE2A34462}" destId="{6C722F87-6E94-414A-9BD8-8353B702FD92}" srcOrd="0" destOrd="0" presId="urn:microsoft.com/office/officeart/2005/8/layout/orgChart1"/>
    <dgm:cxn modelId="{A02ED3B8-06AC-4973-8F0C-FFD4B02D588B}" type="presParOf" srcId="{6C722F87-6E94-414A-9BD8-8353B702FD92}" destId="{4467448F-04E6-4D68-A84C-57CF4FD40504}" srcOrd="0" destOrd="0" presId="urn:microsoft.com/office/officeart/2005/8/layout/orgChart1"/>
    <dgm:cxn modelId="{83804448-3A74-45F5-AB03-6FEBB3580542}" type="presParOf" srcId="{4467448F-04E6-4D68-A84C-57CF4FD40504}" destId="{7B402730-6340-4694-BF60-AC8C526A4676}" srcOrd="0" destOrd="0" presId="urn:microsoft.com/office/officeart/2005/8/layout/orgChart1"/>
    <dgm:cxn modelId="{199388E2-FBFB-4057-94A8-CD15F7B8450E}" type="presParOf" srcId="{4467448F-04E6-4D68-A84C-57CF4FD40504}" destId="{EB5B325D-4E96-40F6-87E1-B56968E48959}" srcOrd="1" destOrd="0" presId="urn:microsoft.com/office/officeart/2005/8/layout/orgChart1"/>
    <dgm:cxn modelId="{3D1A120B-2A6C-436B-A552-5020B106AD04}" type="presParOf" srcId="{6C722F87-6E94-414A-9BD8-8353B702FD92}" destId="{8C90AAB2-D32D-40EA-A893-230FB9D73BF3}" srcOrd="1" destOrd="0" presId="urn:microsoft.com/office/officeart/2005/8/layout/orgChart1"/>
    <dgm:cxn modelId="{AB3051AD-DB96-49AA-B269-054E82A23580}" type="presParOf" srcId="{8C90AAB2-D32D-40EA-A893-230FB9D73BF3}" destId="{82E3A9F3-F79D-42CC-BD77-88BD153F1768}" srcOrd="0" destOrd="0" presId="urn:microsoft.com/office/officeart/2005/8/layout/orgChart1"/>
    <dgm:cxn modelId="{D426EEE5-7A24-4155-A2B5-F482B40A80EC}" type="presParOf" srcId="{8C90AAB2-D32D-40EA-A893-230FB9D73BF3}" destId="{9AF9AF0F-C75F-4725-AD02-E59BDA1ACC0B}" srcOrd="1" destOrd="0" presId="urn:microsoft.com/office/officeart/2005/8/layout/orgChart1"/>
    <dgm:cxn modelId="{9E964E63-B58F-4C64-ABAA-7433530E0D8A}" type="presParOf" srcId="{9AF9AF0F-C75F-4725-AD02-E59BDA1ACC0B}" destId="{57B384F2-6DFF-4B72-9C9F-A5408ED0D456}" srcOrd="0" destOrd="0" presId="urn:microsoft.com/office/officeart/2005/8/layout/orgChart1"/>
    <dgm:cxn modelId="{10010B47-E038-4923-9A82-85EEDD7AF4AD}" type="presParOf" srcId="{57B384F2-6DFF-4B72-9C9F-A5408ED0D456}" destId="{01541818-3688-41DB-B4BC-8547F6288EFC}" srcOrd="0" destOrd="0" presId="urn:microsoft.com/office/officeart/2005/8/layout/orgChart1"/>
    <dgm:cxn modelId="{28DDE4DA-BEAC-4CD7-952F-237D59384A54}" type="presParOf" srcId="{57B384F2-6DFF-4B72-9C9F-A5408ED0D456}" destId="{36855825-E54C-4583-B53C-6CF5F757CEA6}" srcOrd="1" destOrd="0" presId="urn:microsoft.com/office/officeart/2005/8/layout/orgChart1"/>
    <dgm:cxn modelId="{20A54375-03D5-4054-81FC-D9DB117C519C}" type="presParOf" srcId="{9AF9AF0F-C75F-4725-AD02-E59BDA1ACC0B}" destId="{DCD3C4FA-5FDD-443B-A1AE-BB93F37992C4}" srcOrd="1" destOrd="0" presId="urn:microsoft.com/office/officeart/2005/8/layout/orgChart1"/>
    <dgm:cxn modelId="{8FFAF537-C48B-46F6-AE65-6CB360B8716B}" type="presParOf" srcId="{9AF9AF0F-C75F-4725-AD02-E59BDA1ACC0B}" destId="{0D343784-C686-4965-91C6-71A36663D566}" srcOrd="2" destOrd="0" presId="urn:microsoft.com/office/officeart/2005/8/layout/orgChart1"/>
    <dgm:cxn modelId="{6575D0B5-164D-4799-A666-40DC1EE2D26B}" type="presParOf" srcId="{8C90AAB2-D32D-40EA-A893-230FB9D73BF3}" destId="{69104E33-25FC-47BF-908A-E236D17831AC}" srcOrd="2" destOrd="0" presId="urn:microsoft.com/office/officeart/2005/8/layout/orgChart1"/>
    <dgm:cxn modelId="{F2134836-DD0E-4B20-BE30-D0F2C2CA60A7}" type="presParOf" srcId="{8C90AAB2-D32D-40EA-A893-230FB9D73BF3}" destId="{A5CA6755-8837-4A77-B5E9-99643CC3C362}" srcOrd="3" destOrd="0" presId="urn:microsoft.com/office/officeart/2005/8/layout/orgChart1"/>
    <dgm:cxn modelId="{7F4BD888-B55B-4B05-B6FE-F3DC4F6336AB}" type="presParOf" srcId="{A5CA6755-8837-4A77-B5E9-99643CC3C362}" destId="{71FE45AD-0765-449C-882D-7C92CD460E95}" srcOrd="0" destOrd="0" presId="urn:microsoft.com/office/officeart/2005/8/layout/orgChart1"/>
    <dgm:cxn modelId="{0E1B74D8-1EAD-43C5-8FF0-77A2F68B4497}" type="presParOf" srcId="{71FE45AD-0765-449C-882D-7C92CD460E95}" destId="{50697104-F58A-43AA-B01F-8F61ACA4293B}" srcOrd="0" destOrd="0" presId="urn:microsoft.com/office/officeart/2005/8/layout/orgChart1"/>
    <dgm:cxn modelId="{9237FDDC-9E8D-4CBD-9437-6C48102F58E9}" type="presParOf" srcId="{71FE45AD-0765-449C-882D-7C92CD460E95}" destId="{2073CF5E-535B-4E2A-B4B1-B743C9EC3CBB}" srcOrd="1" destOrd="0" presId="urn:microsoft.com/office/officeart/2005/8/layout/orgChart1"/>
    <dgm:cxn modelId="{14BC50F5-EBD0-4153-9534-6226F1AD39D9}" type="presParOf" srcId="{A5CA6755-8837-4A77-B5E9-99643CC3C362}" destId="{A05F6CC1-5511-4258-84CB-66B4866F7E66}" srcOrd="1" destOrd="0" presId="urn:microsoft.com/office/officeart/2005/8/layout/orgChart1"/>
    <dgm:cxn modelId="{85A5F237-D6DA-48FE-ABF2-23FD2FED461B}" type="presParOf" srcId="{A5CA6755-8837-4A77-B5E9-99643CC3C362}" destId="{4E8DF7D8-9DE4-4BC1-B462-C40D2FC0F9DA}" srcOrd="2" destOrd="0" presId="urn:microsoft.com/office/officeart/2005/8/layout/orgChart1"/>
    <dgm:cxn modelId="{098E0348-A346-472C-8371-5537913C3CF9}" type="presParOf" srcId="{8C90AAB2-D32D-40EA-A893-230FB9D73BF3}" destId="{71BF853F-A50B-439D-92E5-25A8D631EA51}" srcOrd="4" destOrd="0" presId="urn:microsoft.com/office/officeart/2005/8/layout/orgChart1"/>
    <dgm:cxn modelId="{6B29A15A-A6CE-48A1-8CBF-1476881A0223}" type="presParOf" srcId="{8C90AAB2-D32D-40EA-A893-230FB9D73BF3}" destId="{DBF9DC57-7601-40BA-A513-79FF796A1DB5}" srcOrd="5" destOrd="0" presId="urn:microsoft.com/office/officeart/2005/8/layout/orgChart1"/>
    <dgm:cxn modelId="{4F1BEB15-A119-45C3-B127-B43FDD823E6F}" type="presParOf" srcId="{DBF9DC57-7601-40BA-A513-79FF796A1DB5}" destId="{00D4152F-AE94-4F18-AA67-C43A1AEB63C4}" srcOrd="0" destOrd="0" presId="urn:microsoft.com/office/officeart/2005/8/layout/orgChart1"/>
    <dgm:cxn modelId="{1148816C-984B-4355-8EA6-690AA048F3EA}" type="presParOf" srcId="{00D4152F-AE94-4F18-AA67-C43A1AEB63C4}" destId="{4845C22B-2762-4C29-8B0C-79CBF5C04184}" srcOrd="0" destOrd="0" presId="urn:microsoft.com/office/officeart/2005/8/layout/orgChart1"/>
    <dgm:cxn modelId="{562ACDAF-4ED7-41F0-9218-86E23A4150E7}" type="presParOf" srcId="{00D4152F-AE94-4F18-AA67-C43A1AEB63C4}" destId="{8636ED05-C2C7-4B82-8181-529CBB3FD9B1}" srcOrd="1" destOrd="0" presId="urn:microsoft.com/office/officeart/2005/8/layout/orgChart1"/>
    <dgm:cxn modelId="{343B02B6-ABBE-494B-B412-D67E5A03FC8A}" type="presParOf" srcId="{DBF9DC57-7601-40BA-A513-79FF796A1DB5}" destId="{6564B0D3-3FCD-4DBA-B360-E86A725C38A1}" srcOrd="1" destOrd="0" presId="urn:microsoft.com/office/officeart/2005/8/layout/orgChart1"/>
    <dgm:cxn modelId="{B24CAE35-9AA6-4EC5-B8BA-C5145BC9A9D8}" type="presParOf" srcId="{DBF9DC57-7601-40BA-A513-79FF796A1DB5}" destId="{BD766A3F-2F24-4E52-9C8B-165B2C4EE558}" srcOrd="2" destOrd="0" presId="urn:microsoft.com/office/officeart/2005/8/layout/orgChart1"/>
    <dgm:cxn modelId="{D35599FF-73A1-4C6B-B524-D0734A70423A}" type="presParOf" srcId="{6C722F87-6E94-414A-9BD8-8353B702FD92}" destId="{319BA3E8-1869-430F-815F-471F4D63E934}" srcOrd="2" destOrd="0" presId="urn:microsoft.com/office/officeart/2005/8/layout/orgChart1"/>
    <dgm:cxn modelId="{388D682A-2313-4D9A-9432-340917A9E9E8}" type="presParOf" srcId="{A4A4237E-858A-44DC-A10B-97FAE2A34462}" destId="{98A3E9C3-D1CD-4CB6-BDFB-044E4AF16025}" srcOrd="1" destOrd="0" presId="urn:microsoft.com/office/officeart/2005/8/layout/orgChart1"/>
    <dgm:cxn modelId="{C122563C-76BA-4B42-B58E-358C22BA5F44}" type="presParOf" srcId="{98A3E9C3-D1CD-4CB6-BDFB-044E4AF16025}" destId="{C12096B8-F1B4-43C4-B2A5-A1FB7890E04D}" srcOrd="0" destOrd="0" presId="urn:microsoft.com/office/officeart/2005/8/layout/orgChart1"/>
    <dgm:cxn modelId="{C91F125F-8F7D-4962-A384-88C0698E5DB5}" type="presParOf" srcId="{C12096B8-F1B4-43C4-B2A5-A1FB7890E04D}" destId="{57A0328A-C8EA-47A3-8FCC-129B580C1905}" srcOrd="0" destOrd="0" presId="urn:microsoft.com/office/officeart/2005/8/layout/orgChart1"/>
    <dgm:cxn modelId="{BDE97E05-E24F-4872-AE6A-F95A00022D6C}" type="presParOf" srcId="{C12096B8-F1B4-43C4-B2A5-A1FB7890E04D}" destId="{E5FD0999-ECAD-470A-9610-6DF53F2E2BC7}" srcOrd="1" destOrd="0" presId="urn:microsoft.com/office/officeart/2005/8/layout/orgChart1"/>
    <dgm:cxn modelId="{672BE1DE-F731-42CD-A258-7080FEDF223E}" type="presParOf" srcId="{98A3E9C3-D1CD-4CB6-BDFB-044E4AF16025}" destId="{5485FF28-73E5-4F7C-B6F7-6917D594A4E9}" srcOrd="1" destOrd="0" presId="urn:microsoft.com/office/officeart/2005/8/layout/orgChart1"/>
    <dgm:cxn modelId="{5593A480-D9A5-48A4-8F2E-DD4C3D02793E}" type="presParOf" srcId="{5485FF28-73E5-4F7C-B6F7-6917D594A4E9}" destId="{8F625F4B-DCA7-4B23-AF4C-F1BDA89EE9BE}" srcOrd="0" destOrd="0" presId="urn:microsoft.com/office/officeart/2005/8/layout/orgChart1"/>
    <dgm:cxn modelId="{582F7BC7-6C91-4021-A192-EC52C8734B5D}" type="presParOf" srcId="{5485FF28-73E5-4F7C-B6F7-6917D594A4E9}" destId="{EC17781A-488E-4C0C-A637-FC437445228D}" srcOrd="1" destOrd="0" presId="urn:microsoft.com/office/officeart/2005/8/layout/orgChart1"/>
    <dgm:cxn modelId="{C9A87965-BF0E-4C02-A896-ADBB83BA9032}" type="presParOf" srcId="{EC17781A-488E-4C0C-A637-FC437445228D}" destId="{7819E7CF-9284-472F-9EAE-3AF83768F04A}" srcOrd="0" destOrd="0" presId="urn:microsoft.com/office/officeart/2005/8/layout/orgChart1"/>
    <dgm:cxn modelId="{533A0B87-D92E-4AB4-AAAD-969820F592B8}" type="presParOf" srcId="{7819E7CF-9284-472F-9EAE-3AF83768F04A}" destId="{3FF27D33-87B8-410F-B676-4774A1E88A5F}" srcOrd="0" destOrd="0" presId="urn:microsoft.com/office/officeart/2005/8/layout/orgChart1"/>
    <dgm:cxn modelId="{DB315357-1DF1-46D8-9E8D-D6FC58837419}" type="presParOf" srcId="{7819E7CF-9284-472F-9EAE-3AF83768F04A}" destId="{1D5772F4-C511-40C9-9CBC-A533745F5B08}" srcOrd="1" destOrd="0" presId="urn:microsoft.com/office/officeart/2005/8/layout/orgChart1"/>
    <dgm:cxn modelId="{57A43235-FD15-47B9-AE62-ADC34ABC30CB}" type="presParOf" srcId="{EC17781A-488E-4C0C-A637-FC437445228D}" destId="{0949E8AF-6EFA-4F95-B057-5137F73C901F}" srcOrd="1" destOrd="0" presId="urn:microsoft.com/office/officeart/2005/8/layout/orgChart1"/>
    <dgm:cxn modelId="{2E700B4A-A07F-4B7D-B2C4-08BC28E0B34E}" type="presParOf" srcId="{EC17781A-488E-4C0C-A637-FC437445228D}" destId="{8AEB0EFA-F46D-4A1B-ADC1-DA4E95EFA6FC}" srcOrd="2" destOrd="0" presId="urn:microsoft.com/office/officeart/2005/8/layout/orgChart1"/>
    <dgm:cxn modelId="{3C38E040-1531-449B-A8A5-3B87113180F5}" type="presParOf" srcId="{5485FF28-73E5-4F7C-B6F7-6917D594A4E9}" destId="{9D4B69EA-B57E-418B-BD0D-B0DB63FA8D43}" srcOrd="2" destOrd="0" presId="urn:microsoft.com/office/officeart/2005/8/layout/orgChart1"/>
    <dgm:cxn modelId="{00B237F9-6B44-4537-A8EA-B02B975D6647}" type="presParOf" srcId="{5485FF28-73E5-4F7C-B6F7-6917D594A4E9}" destId="{9876F6F3-69DA-4385-ABE6-7A3F36E34C48}" srcOrd="3" destOrd="0" presId="urn:microsoft.com/office/officeart/2005/8/layout/orgChart1"/>
    <dgm:cxn modelId="{D6C73276-703A-4B03-90A5-3D669FC3D345}" type="presParOf" srcId="{9876F6F3-69DA-4385-ABE6-7A3F36E34C48}" destId="{F8738A05-C54A-4032-8DFE-265C306996E6}" srcOrd="0" destOrd="0" presId="urn:microsoft.com/office/officeart/2005/8/layout/orgChart1"/>
    <dgm:cxn modelId="{E9DFEB16-FBC1-413E-8CE0-9D092921FB08}" type="presParOf" srcId="{F8738A05-C54A-4032-8DFE-265C306996E6}" destId="{33048EB5-C073-44EE-AE45-E5424B985192}" srcOrd="0" destOrd="0" presId="urn:microsoft.com/office/officeart/2005/8/layout/orgChart1"/>
    <dgm:cxn modelId="{60F74C15-B7FC-49B4-B35F-BC891C86AC11}" type="presParOf" srcId="{F8738A05-C54A-4032-8DFE-265C306996E6}" destId="{A825688E-C9A8-4A5B-A976-6FD989EEE700}" srcOrd="1" destOrd="0" presId="urn:microsoft.com/office/officeart/2005/8/layout/orgChart1"/>
    <dgm:cxn modelId="{95151AD9-400D-4147-B46F-D3AB94122365}" type="presParOf" srcId="{9876F6F3-69DA-4385-ABE6-7A3F36E34C48}" destId="{F6F84DC1-F096-4E4B-90C8-B1C779FBD4E1}" srcOrd="1" destOrd="0" presId="urn:microsoft.com/office/officeart/2005/8/layout/orgChart1"/>
    <dgm:cxn modelId="{26CABBED-9BA2-4024-97B2-7AB1B85EF110}" type="presParOf" srcId="{9876F6F3-69DA-4385-ABE6-7A3F36E34C48}" destId="{E1CD01C8-090C-45ED-9754-75B71E5B9F8E}" srcOrd="2" destOrd="0" presId="urn:microsoft.com/office/officeart/2005/8/layout/orgChart1"/>
    <dgm:cxn modelId="{2C983A81-9E8B-488B-B261-8E333C745A1C}" type="presParOf" srcId="{5485FF28-73E5-4F7C-B6F7-6917D594A4E9}" destId="{DF15B087-6B60-43D7-9458-7C48B40F3245}" srcOrd="4" destOrd="0" presId="urn:microsoft.com/office/officeart/2005/8/layout/orgChart1"/>
    <dgm:cxn modelId="{71147C5D-683C-481F-8896-E28428FCDC3B}" type="presParOf" srcId="{5485FF28-73E5-4F7C-B6F7-6917D594A4E9}" destId="{ECE65616-A89F-47C1-9E6D-FBDEDBE3EC67}" srcOrd="5" destOrd="0" presId="urn:microsoft.com/office/officeart/2005/8/layout/orgChart1"/>
    <dgm:cxn modelId="{6209A966-2EB1-4297-B711-39E9FF4DA4F8}" type="presParOf" srcId="{ECE65616-A89F-47C1-9E6D-FBDEDBE3EC67}" destId="{ED5672C9-B4FC-41B9-B587-5B776DD3D12C}" srcOrd="0" destOrd="0" presId="urn:microsoft.com/office/officeart/2005/8/layout/orgChart1"/>
    <dgm:cxn modelId="{CDD635EA-7E2A-49BB-BD96-1DD16BF84394}" type="presParOf" srcId="{ED5672C9-B4FC-41B9-B587-5B776DD3D12C}" destId="{D606DCB7-8068-4D5E-9DF2-7ED5153EC9D4}" srcOrd="0" destOrd="0" presId="urn:microsoft.com/office/officeart/2005/8/layout/orgChart1"/>
    <dgm:cxn modelId="{C5909D40-819E-450F-A1DA-CE0C9AD2644F}" type="presParOf" srcId="{ED5672C9-B4FC-41B9-B587-5B776DD3D12C}" destId="{55F824E8-C290-4988-8876-868A2BB92077}" srcOrd="1" destOrd="0" presId="urn:microsoft.com/office/officeart/2005/8/layout/orgChart1"/>
    <dgm:cxn modelId="{2679447D-A8FA-442D-9D89-96A254059A67}" type="presParOf" srcId="{ECE65616-A89F-47C1-9E6D-FBDEDBE3EC67}" destId="{E0887877-CC5A-451D-9E08-F64621D08561}" srcOrd="1" destOrd="0" presId="urn:microsoft.com/office/officeart/2005/8/layout/orgChart1"/>
    <dgm:cxn modelId="{313D375D-6B99-4E4B-B614-EA1C165C87D0}" type="presParOf" srcId="{ECE65616-A89F-47C1-9E6D-FBDEDBE3EC67}" destId="{CAD709BD-28C4-462C-9BDD-36B0C9C0236F}" srcOrd="2" destOrd="0" presId="urn:microsoft.com/office/officeart/2005/8/layout/orgChart1"/>
    <dgm:cxn modelId="{B186E7FF-B891-47B9-BDAA-804B9D0B2069}" type="presParOf" srcId="{98A3E9C3-D1CD-4CB6-BDFB-044E4AF16025}" destId="{83822F0E-3252-46BF-8E57-73D771FF9E2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5450EE-F71D-4753-8D4B-A53FAAB620EC}"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en-US"/>
        </a:p>
      </dgm:t>
    </dgm:pt>
    <dgm:pt modelId="{D13AA5D9-2E02-47A6-A764-D251F1D4F96B}">
      <dgm:prSet/>
      <dgm:spPr/>
      <dgm:t>
        <a:bodyPr/>
        <a:lstStyle/>
        <a:p>
          <a:r>
            <a:rPr lang="en-US">
              <a:solidFill>
                <a:schemeClr val="tx1"/>
              </a:solidFill>
            </a:rPr>
            <a:t>3. Comprehensive Reporting:</a:t>
          </a:r>
        </a:p>
      </dgm:t>
    </dgm:pt>
    <dgm:pt modelId="{FF08ECCA-6683-487E-BC54-555509B40426}" type="parTrans" cxnId="{EEC07FB9-5B1A-484D-87F4-224F3F42FCBF}">
      <dgm:prSet/>
      <dgm:spPr/>
      <dgm:t>
        <a:bodyPr/>
        <a:lstStyle/>
        <a:p>
          <a:endParaRPr lang="en-US">
            <a:solidFill>
              <a:schemeClr val="tx1"/>
            </a:solidFill>
          </a:endParaRPr>
        </a:p>
      </dgm:t>
    </dgm:pt>
    <dgm:pt modelId="{419BE579-279F-479A-B089-D470A0FF60ED}" type="sibTrans" cxnId="{EEC07FB9-5B1A-484D-87F4-224F3F42FCBF}">
      <dgm:prSet/>
      <dgm:spPr/>
      <dgm:t>
        <a:bodyPr/>
        <a:lstStyle/>
        <a:p>
          <a:endParaRPr lang="en-US">
            <a:solidFill>
              <a:schemeClr val="tx1"/>
            </a:solidFill>
          </a:endParaRPr>
        </a:p>
      </dgm:t>
    </dgm:pt>
    <dgm:pt modelId="{CE122CCA-A4A9-4C30-9203-303D68E37014}">
      <dgm:prSet/>
      <dgm:spPr/>
      <dgm:t>
        <a:bodyPr/>
        <a:lstStyle/>
        <a:p>
          <a:r>
            <a:rPr lang="en-US">
              <a:solidFill>
                <a:schemeClr val="tx1"/>
              </a:solidFill>
            </a:rPr>
            <a:t>Compliance statistics dashboard</a:t>
          </a:r>
        </a:p>
      </dgm:t>
    </dgm:pt>
    <dgm:pt modelId="{01408A30-A9E7-4144-888A-936B25A12DC0}" type="parTrans" cxnId="{EC791946-D5F2-4441-8A5F-C2A32C1207A9}">
      <dgm:prSet/>
      <dgm:spPr/>
      <dgm:t>
        <a:bodyPr/>
        <a:lstStyle/>
        <a:p>
          <a:endParaRPr lang="en-US">
            <a:solidFill>
              <a:schemeClr val="tx1"/>
            </a:solidFill>
          </a:endParaRPr>
        </a:p>
      </dgm:t>
    </dgm:pt>
    <dgm:pt modelId="{2D182AE8-1E3D-4BD5-8BF6-A0D42255A48D}" type="sibTrans" cxnId="{EC791946-D5F2-4441-8A5F-C2A32C1207A9}">
      <dgm:prSet/>
      <dgm:spPr/>
      <dgm:t>
        <a:bodyPr/>
        <a:lstStyle/>
        <a:p>
          <a:endParaRPr lang="en-US">
            <a:solidFill>
              <a:schemeClr val="tx1"/>
            </a:solidFill>
          </a:endParaRPr>
        </a:p>
      </dgm:t>
    </dgm:pt>
    <dgm:pt modelId="{72230876-A8C1-4778-837C-47B462930039}">
      <dgm:prSet/>
      <dgm:spPr/>
      <dgm:t>
        <a:bodyPr/>
        <a:lstStyle/>
        <a:p>
          <a:r>
            <a:rPr lang="en-US">
              <a:solidFill>
                <a:schemeClr val="tx1"/>
              </a:solidFill>
            </a:rPr>
            <a:t>Downloadable violation logs</a:t>
          </a:r>
        </a:p>
      </dgm:t>
    </dgm:pt>
    <dgm:pt modelId="{9A4CC575-BA37-4067-BC10-87283B71A3CE}" type="parTrans" cxnId="{9C9BADE2-7762-4723-B2C3-0A3F017B0CE2}">
      <dgm:prSet/>
      <dgm:spPr/>
      <dgm:t>
        <a:bodyPr/>
        <a:lstStyle/>
        <a:p>
          <a:endParaRPr lang="en-US">
            <a:solidFill>
              <a:schemeClr val="tx1"/>
            </a:solidFill>
          </a:endParaRPr>
        </a:p>
      </dgm:t>
    </dgm:pt>
    <dgm:pt modelId="{EF808094-BB40-430D-AD2C-86096EC28B87}" type="sibTrans" cxnId="{9C9BADE2-7762-4723-B2C3-0A3F017B0CE2}">
      <dgm:prSet/>
      <dgm:spPr/>
      <dgm:t>
        <a:bodyPr/>
        <a:lstStyle/>
        <a:p>
          <a:endParaRPr lang="en-US">
            <a:solidFill>
              <a:schemeClr val="tx1"/>
            </a:solidFill>
          </a:endParaRPr>
        </a:p>
      </dgm:t>
    </dgm:pt>
    <dgm:pt modelId="{2A361ABB-426E-4A44-BAAC-3AC6899BBB67}">
      <dgm:prSet/>
      <dgm:spPr/>
      <dgm:t>
        <a:bodyPr/>
        <a:lstStyle/>
        <a:p>
          <a:r>
            <a:rPr lang="en-US">
              <a:solidFill>
                <a:schemeClr val="tx1"/>
              </a:solidFill>
            </a:rPr>
            <a:t>Historical trend analysis</a:t>
          </a:r>
        </a:p>
      </dgm:t>
    </dgm:pt>
    <dgm:pt modelId="{2CCF3583-F5D6-4196-89B1-86B9787117B9}" type="parTrans" cxnId="{305459B0-2447-4F07-A630-F3A462969B46}">
      <dgm:prSet/>
      <dgm:spPr/>
      <dgm:t>
        <a:bodyPr/>
        <a:lstStyle/>
        <a:p>
          <a:endParaRPr lang="en-US">
            <a:solidFill>
              <a:schemeClr val="tx1"/>
            </a:solidFill>
          </a:endParaRPr>
        </a:p>
      </dgm:t>
    </dgm:pt>
    <dgm:pt modelId="{C3F08F9D-E552-497A-8A8E-37203D85590B}" type="sibTrans" cxnId="{305459B0-2447-4F07-A630-F3A462969B46}">
      <dgm:prSet/>
      <dgm:spPr/>
      <dgm:t>
        <a:bodyPr/>
        <a:lstStyle/>
        <a:p>
          <a:endParaRPr lang="en-US">
            <a:solidFill>
              <a:schemeClr val="tx1"/>
            </a:solidFill>
          </a:endParaRPr>
        </a:p>
      </dgm:t>
    </dgm:pt>
    <dgm:pt modelId="{1D7D50AA-648E-4C19-B3D6-F94B43E7C5AF}">
      <dgm:prSet/>
      <dgm:spPr/>
      <dgm:t>
        <a:bodyPr/>
        <a:lstStyle/>
        <a:p>
          <a:r>
            <a:rPr lang="en-US">
              <a:solidFill>
                <a:schemeClr val="tx1"/>
              </a:solidFill>
            </a:rPr>
            <a:t>4. User-friendly Interface:</a:t>
          </a:r>
        </a:p>
      </dgm:t>
    </dgm:pt>
    <dgm:pt modelId="{E86D6068-D27E-4A97-B098-F9DBFB2858E9}" type="parTrans" cxnId="{6A54B436-6DAC-42B6-BC52-F258DD4DE257}">
      <dgm:prSet/>
      <dgm:spPr/>
      <dgm:t>
        <a:bodyPr/>
        <a:lstStyle/>
        <a:p>
          <a:endParaRPr lang="en-US">
            <a:solidFill>
              <a:schemeClr val="tx1"/>
            </a:solidFill>
          </a:endParaRPr>
        </a:p>
      </dgm:t>
    </dgm:pt>
    <dgm:pt modelId="{AEBBF5C1-1A55-489D-BC22-6CACBC8B49C4}" type="sibTrans" cxnId="{6A54B436-6DAC-42B6-BC52-F258DD4DE257}">
      <dgm:prSet/>
      <dgm:spPr/>
      <dgm:t>
        <a:bodyPr/>
        <a:lstStyle/>
        <a:p>
          <a:endParaRPr lang="en-US">
            <a:solidFill>
              <a:schemeClr val="tx1"/>
            </a:solidFill>
          </a:endParaRPr>
        </a:p>
      </dgm:t>
    </dgm:pt>
    <dgm:pt modelId="{A0254A0F-488E-4F1A-BC43-3BD0FDDAC6BE}">
      <dgm:prSet/>
      <dgm:spPr/>
      <dgm:t>
        <a:bodyPr/>
        <a:lstStyle/>
        <a:p>
          <a:r>
            <a:rPr lang="en-US">
              <a:solidFill>
                <a:schemeClr val="tx1"/>
              </a:solidFill>
            </a:rPr>
            <a:t>Intuitive Streamlit web interface</a:t>
          </a:r>
        </a:p>
      </dgm:t>
    </dgm:pt>
    <dgm:pt modelId="{EBC665EF-8A3A-40C3-AF77-A8CAE0CC196D}" type="parTrans" cxnId="{86670FA2-B405-49B5-BADD-F582B1190F2E}">
      <dgm:prSet/>
      <dgm:spPr/>
      <dgm:t>
        <a:bodyPr/>
        <a:lstStyle/>
        <a:p>
          <a:endParaRPr lang="en-US">
            <a:solidFill>
              <a:schemeClr val="tx1"/>
            </a:solidFill>
          </a:endParaRPr>
        </a:p>
      </dgm:t>
    </dgm:pt>
    <dgm:pt modelId="{21E10B85-C278-4D1D-99EB-C85D69BB244C}" type="sibTrans" cxnId="{86670FA2-B405-49B5-BADD-F582B1190F2E}">
      <dgm:prSet/>
      <dgm:spPr/>
      <dgm:t>
        <a:bodyPr/>
        <a:lstStyle/>
        <a:p>
          <a:endParaRPr lang="en-US">
            <a:solidFill>
              <a:schemeClr val="tx1"/>
            </a:solidFill>
          </a:endParaRPr>
        </a:p>
      </dgm:t>
    </dgm:pt>
    <dgm:pt modelId="{8213CB57-2159-4843-AE36-6364D52BD5A1}">
      <dgm:prSet/>
      <dgm:spPr/>
      <dgm:t>
        <a:bodyPr/>
        <a:lstStyle/>
        <a:p>
          <a:r>
            <a:rPr lang="en-US">
              <a:solidFill>
                <a:schemeClr val="tx1"/>
              </a:solidFill>
            </a:rPr>
            <a:t>Live video feed with detection overlays</a:t>
          </a:r>
        </a:p>
      </dgm:t>
    </dgm:pt>
    <dgm:pt modelId="{13B0ADE9-D268-4BB7-A483-DA15D3A3AF6A}" type="parTrans" cxnId="{CA1BC676-2470-4652-8FDE-4E4C9469263C}">
      <dgm:prSet/>
      <dgm:spPr/>
      <dgm:t>
        <a:bodyPr/>
        <a:lstStyle/>
        <a:p>
          <a:endParaRPr lang="en-US">
            <a:solidFill>
              <a:schemeClr val="tx1"/>
            </a:solidFill>
          </a:endParaRPr>
        </a:p>
      </dgm:t>
    </dgm:pt>
    <dgm:pt modelId="{CB730D8F-F729-4B3B-8DC9-391AD89E6B82}" type="sibTrans" cxnId="{CA1BC676-2470-4652-8FDE-4E4C9469263C}">
      <dgm:prSet/>
      <dgm:spPr/>
      <dgm:t>
        <a:bodyPr/>
        <a:lstStyle/>
        <a:p>
          <a:endParaRPr lang="en-US">
            <a:solidFill>
              <a:schemeClr val="tx1"/>
            </a:solidFill>
          </a:endParaRPr>
        </a:p>
      </dgm:t>
    </dgm:pt>
    <dgm:pt modelId="{FB80C490-0DA0-4FAA-95BA-203DC013A70B}">
      <dgm:prSet/>
      <dgm:spPr/>
      <dgm:t>
        <a:bodyPr/>
        <a:lstStyle/>
        <a:p>
          <a:r>
            <a:rPr lang="en-US">
              <a:solidFill>
                <a:schemeClr val="tx1"/>
              </a:solidFill>
            </a:rPr>
            <a:t>Administrative controls and settings</a:t>
          </a:r>
        </a:p>
      </dgm:t>
    </dgm:pt>
    <dgm:pt modelId="{ED7F6893-7EFB-4670-B7BB-12F27D10D2C8}" type="parTrans" cxnId="{158B6205-DCC7-4F7C-85AE-60E548FC3BED}">
      <dgm:prSet/>
      <dgm:spPr/>
      <dgm:t>
        <a:bodyPr/>
        <a:lstStyle/>
        <a:p>
          <a:endParaRPr lang="en-US">
            <a:solidFill>
              <a:schemeClr val="tx1"/>
            </a:solidFill>
          </a:endParaRPr>
        </a:p>
      </dgm:t>
    </dgm:pt>
    <dgm:pt modelId="{17DDFA23-6ADC-43C3-B852-9782B23B3A58}" type="sibTrans" cxnId="{158B6205-DCC7-4F7C-85AE-60E548FC3BED}">
      <dgm:prSet/>
      <dgm:spPr/>
      <dgm:t>
        <a:bodyPr/>
        <a:lstStyle/>
        <a:p>
          <a:endParaRPr lang="en-US">
            <a:solidFill>
              <a:schemeClr val="tx1"/>
            </a:solidFill>
          </a:endParaRPr>
        </a:p>
      </dgm:t>
    </dgm:pt>
    <dgm:pt modelId="{F134BF6C-C904-49B5-A2C7-DB43842662EC}" type="pres">
      <dgm:prSet presAssocID="{1D5450EE-F71D-4753-8D4B-A53FAAB620EC}" presName="hierChild1" presStyleCnt="0">
        <dgm:presLayoutVars>
          <dgm:orgChart val="1"/>
          <dgm:chPref val="1"/>
          <dgm:dir/>
          <dgm:animOne val="branch"/>
          <dgm:animLvl val="lvl"/>
          <dgm:resizeHandles/>
        </dgm:presLayoutVars>
      </dgm:prSet>
      <dgm:spPr/>
    </dgm:pt>
    <dgm:pt modelId="{F4392666-4069-4D4A-B92A-79D098F0E7C0}" type="pres">
      <dgm:prSet presAssocID="{D13AA5D9-2E02-47A6-A764-D251F1D4F96B}" presName="hierRoot1" presStyleCnt="0">
        <dgm:presLayoutVars>
          <dgm:hierBranch val="init"/>
        </dgm:presLayoutVars>
      </dgm:prSet>
      <dgm:spPr/>
    </dgm:pt>
    <dgm:pt modelId="{9C2DA379-12FE-4FC0-9C1D-E81504190C1A}" type="pres">
      <dgm:prSet presAssocID="{D13AA5D9-2E02-47A6-A764-D251F1D4F96B}" presName="rootComposite1" presStyleCnt="0"/>
      <dgm:spPr/>
    </dgm:pt>
    <dgm:pt modelId="{F6A59DBB-53A6-454B-8608-8C8A2C05AFD6}" type="pres">
      <dgm:prSet presAssocID="{D13AA5D9-2E02-47A6-A764-D251F1D4F96B}" presName="rootText1" presStyleLbl="node0" presStyleIdx="0" presStyleCnt="2">
        <dgm:presLayoutVars>
          <dgm:chPref val="3"/>
        </dgm:presLayoutVars>
      </dgm:prSet>
      <dgm:spPr/>
    </dgm:pt>
    <dgm:pt modelId="{1072542C-522E-4290-B592-625038B23730}" type="pres">
      <dgm:prSet presAssocID="{D13AA5D9-2E02-47A6-A764-D251F1D4F96B}" presName="rootConnector1" presStyleLbl="node1" presStyleIdx="0" presStyleCnt="0"/>
      <dgm:spPr/>
    </dgm:pt>
    <dgm:pt modelId="{2904A36D-EEBA-4FD1-95E4-124E296AF887}" type="pres">
      <dgm:prSet presAssocID="{D13AA5D9-2E02-47A6-A764-D251F1D4F96B}" presName="hierChild2" presStyleCnt="0"/>
      <dgm:spPr/>
    </dgm:pt>
    <dgm:pt modelId="{847BE166-F528-4549-BBC8-0827C9EA1C2F}" type="pres">
      <dgm:prSet presAssocID="{01408A30-A9E7-4144-888A-936B25A12DC0}" presName="Name37" presStyleLbl="parChTrans1D2" presStyleIdx="0" presStyleCnt="6"/>
      <dgm:spPr/>
    </dgm:pt>
    <dgm:pt modelId="{BC6AD070-765B-4056-B7B5-D887E3FC03B0}" type="pres">
      <dgm:prSet presAssocID="{CE122CCA-A4A9-4C30-9203-303D68E37014}" presName="hierRoot2" presStyleCnt="0">
        <dgm:presLayoutVars>
          <dgm:hierBranch val="init"/>
        </dgm:presLayoutVars>
      </dgm:prSet>
      <dgm:spPr/>
    </dgm:pt>
    <dgm:pt modelId="{2A026090-AA18-4DF1-8489-505E4C04FB20}" type="pres">
      <dgm:prSet presAssocID="{CE122CCA-A4A9-4C30-9203-303D68E37014}" presName="rootComposite" presStyleCnt="0"/>
      <dgm:spPr/>
    </dgm:pt>
    <dgm:pt modelId="{4CCC432F-3C4B-455C-8F1E-7E9CF03EA0DF}" type="pres">
      <dgm:prSet presAssocID="{CE122CCA-A4A9-4C30-9203-303D68E37014}" presName="rootText" presStyleLbl="node2" presStyleIdx="0" presStyleCnt="6">
        <dgm:presLayoutVars>
          <dgm:chPref val="3"/>
        </dgm:presLayoutVars>
      </dgm:prSet>
      <dgm:spPr/>
    </dgm:pt>
    <dgm:pt modelId="{6C415CC2-C43E-4586-8AB4-AB49E0F3D4C2}" type="pres">
      <dgm:prSet presAssocID="{CE122CCA-A4A9-4C30-9203-303D68E37014}" presName="rootConnector" presStyleLbl="node2" presStyleIdx="0" presStyleCnt="6"/>
      <dgm:spPr/>
    </dgm:pt>
    <dgm:pt modelId="{0369DFC2-5ACB-4EA4-A956-758A9E303493}" type="pres">
      <dgm:prSet presAssocID="{CE122CCA-A4A9-4C30-9203-303D68E37014}" presName="hierChild4" presStyleCnt="0"/>
      <dgm:spPr/>
    </dgm:pt>
    <dgm:pt modelId="{B6E5DC6A-8B98-4CAD-A338-E083079B5C0C}" type="pres">
      <dgm:prSet presAssocID="{CE122CCA-A4A9-4C30-9203-303D68E37014}" presName="hierChild5" presStyleCnt="0"/>
      <dgm:spPr/>
    </dgm:pt>
    <dgm:pt modelId="{5899F6A8-5F97-4496-9604-71AD85A985C8}" type="pres">
      <dgm:prSet presAssocID="{9A4CC575-BA37-4067-BC10-87283B71A3CE}" presName="Name37" presStyleLbl="parChTrans1D2" presStyleIdx="1" presStyleCnt="6"/>
      <dgm:spPr/>
    </dgm:pt>
    <dgm:pt modelId="{ECDC7475-7091-4426-8119-9D3F6721D6B3}" type="pres">
      <dgm:prSet presAssocID="{72230876-A8C1-4778-837C-47B462930039}" presName="hierRoot2" presStyleCnt="0">
        <dgm:presLayoutVars>
          <dgm:hierBranch val="init"/>
        </dgm:presLayoutVars>
      </dgm:prSet>
      <dgm:spPr/>
    </dgm:pt>
    <dgm:pt modelId="{11803709-505D-48A9-B5AC-5E57EB660D85}" type="pres">
      <dgm:prSet presAssocID="{72230876-A8C1-4778-837C-47B462930039}" presName="rootComposite" presStyleCnt="0"/>
      <dgm:spPr/>
    </dgm:pt>
    <dgm:pt modelId="{697CE60E-133A-449C-8482-20240A344E00}" type="pres">
      <dgm:prSet presAssocID="{72230876-A8C1-4778-837C-47B462930039}" presName="rootText" presStyleLbl="node2" presStyleIdx="1" presStyleCnt="6">
        <dgm:presLayoutVars>
          <dgm:chPref val="3"/>
        </dgm:presLayoutVars>
      </dgm:prSet>
      <dgm:spPr/>
    </dgm:pt>
    <dgm:pt modelId="{A4AD324D-1FE6-4177-BD9A-09E7970B0E2A}" type="pres">
      <dgm:prSet presAssocID="{72230876-A8C1-4778-837C-47B462930039}" presName="rootConnector" presStyleLbl="node2" presStyleIdx="1" presStyleCnt="6"/>
      <dgm:spPr/>
    </dgm:pt>
    <dgm:pt modelId="{28F38F4B-A65D-4C63-994C-D14C877F3C91}" type="pres">
      <dgm:prSet presAssocID="{72230876-A8C1-4778-837C-47B462930039}" presName="hierChild4" presStyleCnt="0"/>
      <dgm:spPr/>
    </dgm:pt>
    <dgm:pt modelId="{1E905F26-5F4A-44D6-B770-9DAD4EF91BF0}" type="pres">
      <dgm:prSet presAssocID="{72230876-A8C1-4778-837C-47B462930039}" presName="hierChild5" presStyleCnt="0"/>
      <dgm:spPr/>
    </dgm:pt>
    <dgm:pt modelId="{75573B8F-583B-43F7-AE66-F8335E70271D}" type="pres">
      <dgm:prSet presAssocID="{2CCF3583-F5D6-4196-89B1-86B9787117B9}" presName="Name37" presStyleLbl="parChTrans1D2" presStyleIdx="2" presStyleCnt="6"/>
      <dgm:spPr/>
    </dgm:pt>
    <dgm:pt modelId="{851621FD-34AD-4CB2-AC17-E97CD591E931}" type="pres">
      <dgm:prSet presAssocID="{2A361ABB-426E-4A44-BAAC-3AC6899BBB67}" presName="hierRoot2" presStyleCnt="0">
        <dgm:presLayoutVars>
          <dgm:hierBranch val="init"/>
        </dgm:presLayoutVars>
      </dgm:prSet>
      <dgm:spPr/>
    </dgm:pt>
    <dgm:pt modelId="{4ABF6AE4-5D2B-4388-A3F7-B8B9A95B38B4}" type="pres">
      <dgm:prSet presAssocID="{2A361ABB-426E-4A44-BAAC-3AC6899BBB67}" presName="rootComposite" presStyleCnt="0"/>
      <dgm:spPr/>
    </dgm:pt>
    <dgm:pt modelId="{9295734C-6FDE-44A0-AD5C-E5001EA14C3F}" type="pres">
      <dgm:prSet presAssocID="{2A361ABB-426E-4A44-BAAC-3AC6899BBB67}" presName="rootText" presStyleLbl="node2" presStyleIdx="2" presStyleCnt="6">
        <dgm:presLayoutVars>
          <dgm:chPref val="3"/>
        </dgm:presLayoutVars>
      </dgm:prSet>
      <dgm:spPr/>
    </dgm:pt>
    <dgm:pt modelId="{E01C2B54-4BC7-4635-9AFC-D71F3C4EAC42}" type="pres">
      <dgm:prSet presAssocID="{2A361ABB-426E-4A44-BAAC-3AC6899BBB67}" presName="rootConnector" presStyleLbl="node2" presStyleIdx="2" presStyleCnt="6"/>
      <dgm:spPr/>
    </dgm:pt>
    <dgm:pt modelId="{E1103EC2-3F01-4D26-BED3-41A361C5D916}" type="pres">
      <dgm:prSet presAssocID="{2A361ABB-426E-4A44-BAAC-3AC6899BBB67}" presName="hierChild4" presStyleCnt="0"/>
      <dgm:spPr/>
    </dgm:pt>
    <dgm:pt modelId="{0184BD0D-778F-46A4-AF78-F83C28AD6B86}" type="pres">
      <dgm:prSet presAssocID="{2A361ABB-426E-4A44-BAAC-3AC6899BBB67}" presName="hierChild5" presStyleCnt="0"/>
      <dgm:spPr/>
    </dgm:pt>
    <dgm:pt modelId="{8D6432CE-BAF4-46FD-BDAE-23544F50BD6C}" type="pres">
      <dgm:prSet presAssocID="{D13AA5D9-2E02-47A6-A764-D251F1D4F96B}" presName="hierChild3" presStyleCnt="0"/>
      <dgm:spPr/>
    </dgm:pt>
    <dgm:pt modelId="{72251355-1D1C-4C1A-B293-3E98295CF227}" type="pres">
      <dgm:prSet presAssocID="{1D7D50AA-648E-4C19-B3D6-F94B43E7C5AF}" presName="hierRoot1" presStyleCnt="0">
        <dgm:presLayoutVars>
          <dgm:hierBranch val="init"/>
        </dgm:presLayoutVars>
      </dgm:prSet>
      <dgm:spPr/>
    </dgm:pt>
    <dgm:pt modelId="{4EF59C40-26B5-422A-83B9-3A72D10CDC86}" type="pres">
      <dgm:prSet presAssocID="{1D7D50AA-648E-4C19-B3D6-F94B43E7C5AF}" presName="rootComposite1" presStyleCnt="0"/>
      <dgm:spPr/>
    </dgm:pt>
    <dgm:pt modelId="{5AE4C3F0-A6D6-4E2F-A487-CD9130D3312A}" type="pres">
      <dgm:prSet presAssocID="{1D7D50AA-648E-4C19-B3D6-F94B43E7C5AF}" presName="rootText1" presStyleLbl="node0" presStyleIdx="1" presStyleCnt="2">
        <dgm:presLayoutVars>
          <dgm:chPref val="3"/>
        </dgm:presLayoutVars>
      </dgm:prSet>
      <dgm:spPr/>
    </dgm:pt>
    <dgm:pt modelId="{3606D766-932A-4DB7-8D78-385D0133DCB1}" type="pres">
      <dgm:prSet presAssocID="{1D7D50AA-648E-4C19-B3D6-F94B43E7C5AF}" presName="rootConnector1" presStyleLbl="node1" presStyleIdx="0" presStyleCnt="0"/>
      <dgm:spPr/>
    </dgm:pt>
    <dgm:pt modelId="{D0C18D92-460E-4638-A2F7-5A4F7125B0C5}" type="pres">
      <dgm:prSet presAssocID="{1D7D50AA-648E-4C19-B3D6-F94B43E7C5AF}" presName="hierChild2" presStyleCnt="0"/>
      <dgm:spPr/>
    </dgm:pt>
    <dgm:pt modelId="{40561C56-86D6-42DC-81F7-0AFAFDD2CD90}" type="pres">
      <dgm:prSet presAssocID="{EBC665EF-8A3A-40C3-AF77-A8CAE0CC196D}" presName="Name37" presStyleLbl="parChTrans1D2" presStyleIdx="3" presStyleCnt="6"/>
      <dgm:spPr/>
    </dgm:pt>
    <dgm:pt modelId="{3828693C-8C66-4F83-8BC5-BA17E47F5DC1}" type="pres">
      <dgm:prSet presAssocID="{A0254A0F-488E-4F1A-BC43-3BD0FDDAC6BE}" presName="hierRoot2" presStyleCnt="0">
        <dgm:presLayoutVars>
          <dgm:hierBranch val="init"/>
        </dgm:presLayoutVars>
      </dgm:prSet>
      <dgm:spPr/>
    </dgm:pt>
    <dgm:pt modelId="{771099B6-BED3-4B69-8B35-698AFB2DA80E}" type="pres">
      <dgm:prSet presAssocID="{A0254A0F-488E-4F1A-BC43-3BD0FDDAC6BE}" presName="rootComposite" presStyleCnt="0"/>
      <dgm:spPr/>
    </dgm:pt>
    <dgm:pt modelId="{10253D4B-2588-4C96-A1AE-818B0A9A5F9D}" type="pres">
      <dgm:prSet presAssocID="{A0254A0F-488E-4F1A-BC43-3BD0FDDAC6BE}" presName="rootText" presStyleLbl="node2" presStyleIdx="3" presStyleCnt="6">
        <dgm:presLayoutVars>
          <dgm:chPref val="3"/>
        </dgm:presLayoutVars>
      </dgm:prSet>
      <dgm:spPr/>
    </dgm:pt>
    <dgm:pt modelId="{6F56D946-DE1A-44DA-B480-8C60D3EBBFE5}" type="pres">
      <dgm:prSet presAssocID="{A0254A0F-488E-4F1A-BC43-3BD0FDDAC6BE}" presName="rootConnector" presStyleLbl="node2" presStyleIdx="3" presStyleCnt="6"/>
      <dgm:spPr/>
    </dgm:pt>
    <dgm:pt modelId="{81F60474-74A1-489D-B7CB-77B9D873CF78}" type="pres">
      <dgm:prSet presAssocID="{A0254A0F-488E-4F1A-BC43-3BD0FDDAC6BE}" presName="hierChild4" presStyleCnt="0"/>
      <dgm:spPr/>
    </dgm:pt>
    <dgm:pt modelId="{262264A4-A6FE-4B44-8915-10179ED41D9A}" type="pres">
      <dgm:prSet presAssocID="{A0254A0F-488E-4F1A-BC43-3BD0FDDAC6BE}" presName="hierChild5" presStyleCnt="0"/>
      <dgm:spPr/>
    </dgm:pt>
    <dgm:pt modelId="{B7CA8740-D9DE-4BBC-83FE-EC8B9C718154}" type="pres">
      <dgm:prSet presAssocID="{13B0ADE9-D268-4BB7-A483-DA15D3A3AF6A}" presName="Name37" presStyleLbl="parChTrans1D2" presStyleIdx="4" presStyleCnt="6"/>
      <dgm:spPr/>
    </dgm:pt>
    <dgm:pt modelId="{E1779947-EE3C-4DE5-9951-840EEC95B18B}" type="pres">
      <dgm:prSet presAssocID="{8213CB57-2159-4843-AE36-6364D52BD5A1}" presName="hierRoot2" presStyleCnt="0">
        <dgm:presLayoutVars>
          <dgm:hierBranch val="init"/>
        </dgm:presLayoutVars>
      </dgm:prSet>
      <dgm:spPr/>
    </dgm:pt>
    <dgm:pt modelId="{9F3F30F5-54C4-4517-8BD3-7E6B4A2EB792}" type="pres">
      <dgm:prSet presAssocID="{8213CB57-2159-4843-AE36-6364D52BD5A1}" presName="rootComposite" presStyleCnt="0"/>
      <dgm:spPr/>
    </dgm:pt>
    <dgm:pt modelId="{D150E86E-8492-467B-A92D-096E71358311}" type="pres">
      <dgm:prSet presAssocID="{8213CB57-2159-4843-AE36-6364D52BD5A1}" presName="rootText" presStyleLbl="node2" presStyleIdx="4" presStyleCnt="6">
        <dgm:presLayoutVars>
          <dgm:chPref val="3"/>
        </dgm:presLayoutVars>
      </dgm:prSet>
      <dgm:spPr/>
    </dgm:pt>
    <dgm:pt modelId="{A28DF0BA-6233-49D1-8D67-5D0828C012E2}" type="pres">
      <dgm:prSet presAssocID="{8213CB57-2159-4843-AE36-6364D52BD5A1}" presName="rootConnector" presStyleLbl="node2" presStyleIdx="4" presStyleCnt="6"/>
      <dgm:spPr/>
    </dgm:pt>
    <dgm:pt modelId="{B5415ACD-2C8A-4891-8C10-E720BA62CA21}" type="pres">
      <dgm:prSet presAssocID="{8213CB57-2159-4843-AE36-6364D52BD5A1}" presName="hierChild4" presStyleCnt="0"/>
      <dgm:spPr/>
    </dgm:pt>
    <dgm:pt modelId="{FE582E37-9275-432A-A21B-91CE1A8D8A2D}" type="pres">
      <dgm:prSet presAssocID="{8213CB57-2159-4843-AE36-6364D52BD5A1}" presName="hierChild5" presStyleCnt="0"/>
      <dgm:spPr/>
    </dgm:pt>
    <dgm:pt modelId="{1CD08749-68DB-45B6-9FB8-0E3A74163B3F}" type="pres">
      <dgm:prSet presAssocID="{ED7F6893-7EFB-4670-B7BB-12F27D10D2C8}" presName="Name37" presStyleLbl="parChTrans1D2" presStyleIdx="5" presStyleCnt="6"/>
      <dgm:spPr/>
    </dgm:pt>
    <dgm:pt modelId="{176D0179-3197-457C-B03B-45CDBA890207}" type="pres">
      <dgm:prSet presAssocID="{FB80C490-0DA0-4FAA-95BA-203DC013A70B}" presName="hierRoot2" presStyleCnt="0">
        <dgm:presLayoutVars>
          <dgm:hierBranch val="init"/>
        </dgm:presLayoutVars>
      </dgm:prSet>
      <dgm:spPr/>
    </dgm:pt>
    <dgm:pt modelId="{C1D7AAA4-ECEC-4E40-A189-AEB937180D1B}" type="pres">
      <dgm:prSet presAssocID="{FB80C490-0DA0-4FAA-95BA-203DC013A70B}" presName="rootComposite" presStyleCnt="0"/>
      <dgm:spPr/>
    </dgm:pt>
    <dgm:pt modelId="{78C90D13-8B64-48BA-A323-76F894FB7461}" type="pres">
      <dgm:prSet presAssocID="{FB80C490-0DA0-4FAA-95BA-203DC013A70B}" presName="rootText" presStyleLbl="node2" presStyleIdx="5" presStyleCnt="6">
        <dgm:presLayoutVars>
          <dgm:chPref val="3"/>
        </dgm:presLayoutVars>
      </dgm:prSet>
      <dgm:spPr/>
    </dgm:pt>
    <dgm:pt modelId="{49EB584B-0CC1-4606-9AD2-D3185C25CEBF}" type="pres">
      <dgm:prSet presAssocID="{FB80C490-0DA0-4FAA-95BA-203DC013A70B}" presName="rootConnector" presStyleLbl="node2" presStyleIdx="5" presStyleCnt="6"/>
      <dgm:spPr/>
    </dgm:pt>
    <dgm:pt modelId="{D4BAF6DF-7E7C-479F-9006-EC8A5C58F742}" type="pres">
      <dgm:prSet presAssocID="{FB80C490-0DA0-4FAA-95BA-203DC013A70B}" presName="hierChild4" presStyleCnt="0"/>
      <dgm:spPr/>
    </dgm:pt>
    <dgm:pt modelId="{02DE44A2-81C3-4796-94DB-21D3A0099272}" type="pres">
      <dgm:prSet presAssocID="{FB80C490-0DA0-4FAA-95BA-203DC013A70B}" presName="hierChild5" presStyleCnt="0"/>
      <dgm:spPr/>
    </dgm:pt>
    <dgm:pt modelId="{744B5E83-334E-4230-BF9D-3B0FAC5244D6}" type="pres">
      <dgm:prSet presAssocID="{1D7D50AA-648E-4C19-B3D6-F94B43E7C5AF}" presName="hierChild3" presStyleCnt="0"/>
      <dgm:spPr/>
    </dgm:pt>
  </dgm:ptLst>
  <dgm:cxnLst>
    <dgm:cxn modelId="{7E57A203-15EF-425E-A292-CEB9BE33D811}" type="presOf" srcId="{8213CB57-2159-4843-AE36-6364D52BD5A1}" destId="{A28DF0BA-6233-49D1-8D67-5D0828C012E2}" srcOrd="1" destOrd="0" presId="urn:microsoft.com/office/officeart/2005/8/layout/orgChart1"/>
    <dgm:cxn modelId="{158B6205-DCC7-4F7C-85AE-60E548FC3BED}" srcId="{1D7D50AA-648E-4C19-B3D6-F94B43E7C5AF}" destId="{FB80C490-0DA0-4FAA-95BA-203DC013A70B}" srcOrd="2" destOrd="0" parTransId="{ED7F6893-7EFB-4670-B7BB-12F27D10D2C8}" sibTransId="{17DDFA23-6ADC-43C3-B852-9782B23B3A58}"/>
    <dgm:cxn modelId="{4E56D40B-4850-4854-816B-C6E236CC64D3}" type="presOf" srcId="{72230876-A8C1-4778-837C-47B462930039}" destId="{A4AD324D-1FE6-4177-BD9A-09E7970B0E2A}" srcOrd="1" destOrd="0" presId="urn:microsoft.com/office/officeart/2005/8/layout/orgChart1"/>
    <dgm:cxn modelId="{7053C50E-5AC6-4D15-894D-86F51F6787D9}" type="presOf" srcId="{D13AA5D9-2E02-47A6-A764-D251F1D4F96B}" destId="{F6A59DBB-53A6-454B-8608-8C8A2C05AFD6}" srcOrd="0" destOrd="0" presId="urn:microsoft.com/office/officeart/2005/8/layout/orgChart1"/>
    <dgm:cxn modelId="{9BB6ED18-C009-4D0B-8431-57D00651A8DD}" type="presOf" srcId="{1D7D50AA-648E-4C19-B3D6-F94B43E7C5AF}" destId="{5AE4C3F0-A6D6-4E2F-A487-CD9130D3312A}" srcOrd="0" destOrd="0" presId="urn:microsoft.com/office/officeart/2005/8/layout/orgChart1"/>
    <dgm:cxn modelId="{6C160D20-0509-4554-80F8-606596BFB19E}" type="presOf" srcId="{8213CB57-2159-4843-AE36-6364D52BD5A1}" destId="{D150E86E-8492-467B-A92D-096E71358311}" srcOrd="0" destOrd="0" presId="urn:microsoft.com/office/officeart/2005/8/layout/orgChart1"/>
    <dgm:cxn modelId="{31A01833-1063-40E8-A021-04B84AFE7104}" type="presOf" srcId="{1D7D50AA-648E-4C19-B3D6-F94B43E7C5AF}" destId="{3606D766-932A-4DB7-8D78-385D0133DCB1}" srcOrd="1" destOrd="0" presId="urn:microsoft.com/office/officeart/2005/8/layout/orgChart1"/>
    <dgm:cxn modelId="{92AF5233-6BE7-46BA-B521-7E2585FB3C56}" type="presOf" srcId="{9A4CC575-BA37-4067-BC10-87283B71A3CE}" destId="{5899F6A8-5F97-4496-9604-71AD85A985C8}" srcOrd="0" destOrd="0" presId="urn:microsoft.com/office/officeart/2005/8/layout/orgChart1"/>
    <dgm:cxn modelId="{6A54B436-6DAC-42B6-BC52-F258DD4DE257}" srcId="{1D5450EE-F71D-4753-8D4B-A53FAAB620EC}" destId="{1D7D50AA-648E-4C19-B3D6-F94B43E7C5AF}" srcOrd="1" destOrd="0" parTransId="{E86D6068-D27E-4A97-B098-F9DBFB2858E9}" sibTransId="{AEBBF5C1-1A55-489D-BC22-6CACBC8B49C4}"/>
    <dgm:cxn modelId="{630FD140-03F5-4E01-978B-FD053AFF2C3B}" type="presOf" srcId="{EBC665EF-8A3A-40C3-AF77-A8CAE0CC196D}" destId="{40561C56-86D6-42DC-81F7-0AFAFDD2CD90}" srcOrd="0" destOrd="0" presId="urn:microsoft.com/office/officeart/2005/8/layout/orgChart1"/>
    <dgm:cxn modelId="{AAE6C665-DCD2-46D1-A381-7FF99E78D312}" type="presOf" srcId="{A0254A0F-488E-4F1A-BC43-3BD0FDDAC6BE}" destId="{6F56D946-DE1A-44DA-B480-8C60D3EBBFE5}" srcOrd="1" destOrd="0" presId="urn:microsoft.com/office/officeart/2005/8/layout/orgChart1"/>
    <dgm:cxn modelId="{EC791946-D5F2-4441-8A5F-C2A32C1207A9}" srcId="{D13AA5D9-2E02-47A6-A764-D251F1D4F96B}" destId="{CE122CCA-A4A9-4C30-9203-303D68E37014}" srcOrd="0" destOrd="0" parTransId="{01408A30-A9E7-4144-888A-936B25A12DC0}" sibTransId="{2D182AE8-1E3D-4BD5-8BF6-A0D42255A48D}"/>
    <dgm:cxn modelId="{0A644B48-403E-4E89-9B97-68E05FF3F757}" type="presOf" srcId="{1D5450EE-F71D-4753-8D4B-A53FAAB620EC}" destId="{F134BF6C-C904-49B5-A2C7-DB43842662EC}" srcOrd="0" destOrd="0" presId="urn:microsoft.com/office/officeart/2005/8/layout/orgChart1"/>
    <dgm:cxn modelId="{35E67A74-9816-48C7-8E06-A5D203883037}" type="presOf" srcId="{13B0ADE9-D268-4BB7-A483-DA15D3A3AF6A}" destId="{B7CA8740-D9DE-4BBC-83FE-EC8B9C718154}" srcOrd="0" destOrd="0" presId="urn:microsoft.com/office/officeart/2005/8/layout/orgChart1"/>
    <dgm:cxn modelId="{CA1BC676-2470-4652-8FDE-4E4C9469263C}" srcId="{1D7D50AA-648E-4C19-B3D6-F94B43E7C5AF}" destId="{8213CB57-2159-4843-AE36-6364D52BD5A1}" srcOrd="1" destOrd="0" parTransId="{13B0ADE9-D268-4BB7-A483-DA15D3A3AF6A}" sibTransId="{CB730D8F-F729-4B3B-8DC9-391AD89E6B82}"/>
    <dgm:cxn modelId="{AC769C7A-09D3-4625-A23F-DDC63910BFA6}" type="presOf" srcId="{2A361ABB-426E-4A44-BAAC-3AC6899BBB67}" destId="{9295734C-6FDE-44A0-AD5C-E5001EA14C3F}" srcOrd="0" destOrd="0" presId="urn:microsoft.com/office/officeart/2005/8/layout/orgChart1"/>
    <dgm:cxn modelId="{1699D67E-DAD0-48E0-9588-838DCA5EA62B}" type="presOf" srcId="{2CCF3583-F5D6-4196-89B1-86B9787117B9}" destId="{75573B8F-583B-43F7-AE66-F8335E70271D}" srcOrd="0" destOrd="0" presId="urn:microsoft.com/office/officeart/2005/8/layout/orgChart1"/>
    <dgm:cxn modelId="{CE8A5786-2609-4BE4-9E69-2F582353FAD5}" type="presOf" srcId="{A0254A0F-488E-4F1A-BC43-3BD0FDDAC6BE}" destId="{10253D4B-2588-4C96-A1AE-818B0A9A5F9D}" srcOrd="0" destOrd="0" presId="urn:microsoft.com/office/officeart/2005/8/layout/orgChart1"/>
    <dgm:cxn modelId="{0D8C8E89-1408-4A3D-823C-FA23655079D0}" type="presOf" srcId="{FB80C490-0DA0-4FAA-95BA-203DC013A70B}" destId="{78C90D13-8B64-48BA-A323-76F894FB7461}" srcOrd="0" destOrd="0" presId="urn:microsoft.com/office/officeart/2005/8/layout/orgChart1"/>
    <dgm:cxn modelId="{46DEF990-84F5-4214-ACE8-C765DB75B3E1}" type="presOf" srcId="{CE122CCA-A4A9-4C30-9203-303D68E37014}" destId="{6C415CC2-C43E-4586-8AB4-AB49E0F3D4C2}" srcOrd="1" destOrd="0" presId="urn:microsoft.com/office/officeart/2005/8/layout/orgChart1"/>
    <dgm:cxn modelId="{C7B86E94-7208-49D3-AEDE-0806E320C831}" type="presOf" srcId="{2A361ABB-426E-4A44-BAAC-3AC6899BBB67}" destId="{E01C2B54-4BC7-4635-9AFC-D71F3C4EAC42}" srcOrd="1" destOrd="0" presId="urn:microsoft.com/office/officeart/2005/8/layout/orgChart1"/>
    <dgm:cxn modelId="{86670FA2-B405-49B5-BADD-F582B1190F2E}" srcId="{1D7D50AA-648E-4C19-B3D6-F94B43E7C5AF}" destId="{A0254A0F-488E-4F1A-BC43-3BD0FDDAC6BE}" srcOrd="0" destOrd="0" parTransId="{EBC665EF-8A3A-40C3-AF77-A8CAE0CC196D}" sibTransId="{21E10B85-C278-4D1D-99EB-C85D69BB244C}"/>
    <dgm:cxn modelId="{305459B0-2447-4F07-A630-F3A462969B46}" srcId="{D13AA5D9-2E02-47A6-A764-D251F1D4F96B}" destId="{2A361ABB-426E-4A44-BAAC-3AC6899BBB67}" srcOrd="2" destOrd="0" parTransId="{2CCF3583-F5D6-4196-89B1-86B9787117B9}" sibTransId="{C3F08F9D-E552-497A-8A8E-37203D85590B}"/>
    <dgm:cxn modelId="{548851B5-E7B8-440E-8EF4-90ED2492B4B2}" type="presOf" srcId="{CE122CCA-A4A9-4C30-9203-303D68E37014}" destId="{4CCC432F-3C4B-455C-8F1E-7E9CF03EA0DF}" srcOrd="0" destOrd="0" presId="urn:microsoft.com/office/officeart/2005/8/layout/orgChart1"/>
    <dgm:cxn modelId="{EEC07FB9-5B1A-484D-87F4-224F3F42FCBF}" srcId="{1D5450EE-F71D-4753-8D4B-A53FAAB620EC}" destId="{D13AA5D9-2E02-47A6-A764-D251F1D4F96B}" srcOrd="0" destOrd="0" parTransId="{FF08ECCA-6683-487E-BC54-555509B40426}" sibTransId="{419BE579-279F-479A-B089-D470A0FF60ED}"/>
    <dgm:cxn modelId="{C25757CC-7A15-46F0-A247-1A2F96191FDB}" type="presOf" srcId="{ED7F6893-7EFB-4670-B7BB-12F27D10D2C8}" destId="{1CD08749-68DB-45B6-9FB8-0E3A74163B3F}" srcOrd="0" destOrd="0" presId="urn:microsoft.com/office/officeart/2005/8/layout/orgChart1"/>
    <dgm:cxn modelId="{9C9BADE2-7762-4723-B2C3-0A3F017B0CE2}" srcId="{D13AA5D9-2E02-47A6-A764-D251F1D4F96B}" destId="{72230876-A8C1-4778-837C-47B462930039}" srcOrd="1" destOrd="0" parTransId="{9A4CC575-BA37-4067-BC10-87283B71A3CE}" sibTransId="{EF808094-BB40-430D-AD2C-86096EC28B87}"/>
    <dgm:cxn modelId="{4F2ED9E5-6C89-4042-8B43-06D322B80259}" type="presOf" srcId="{72230876-A8C1-4778-837C-47B462930039}" destId="{697CE60E-133A-449C-8482-20240A344E00}" srcOrd="0" destOrd="0" presId="urn:microsoft.com/office/officeart/2005/8/layout/orgChart1"/>
    <dgm:cxn modelId="{57D4F0EB-9823-46CB-A88C-5A9CC0E3FC36}" type="presOf" srcId="{FB80C490-0DA0-4FAA-95BA-203DC013A70B}" destId="{49EB584B-0CC1-4606-9AD2-D3185C25CEBF}" srcOrd="1" destOrd="0" presId="urn:microsoft.com/office/officeart/2005/8/layout/orgChart1"/>
    <dgm:cxn modelId="{627EC3F0-7FDB-4A6B-994E-27903EDC11CC}" type="presOf" srcId="{01408A30-A9E7-4144-888A-936B25A12DC0}" destId="{847BE166-F528-4549-BBC8-0827C9EA1C2F}" srcOrd="0" destOrd="0" presId="urn:microsoft.com/office/officeart/2005/8/layout/orgChart1"/>
    <dgm:cxn modelId="{84C824FC-3B47-488A-8AE0-314F9CDBCE91}" type="presOf" srcId="{D13AA5D9-2E02-47A6-A764-D251F1D4F96B}" destId="{1072542C-522E-4290-B592-625038B23730}" srcOrd="1" destOrd="0" presId="urn:microsoft.com/office/officeart/2005/8/layout/orgChart1"/>
    <dgm:cxn modelId="{5A70CDE1-3E22-40FE-8BF3-1DB1732ED5EB}" type="presParOf" srcId="{F134BF6C-C904-49B5-A2C7-DB43842662EC}" destId="{F4392666-4069-4D4A-B92A-79D098F0E7C0}" srcOrd="0" destOrd="0" presId="urn:microsoft.com/office/officeart/2005/8/layout/orgChart1"/>
    <dgm:cxn modelId="{C8B0976D-C959-4D7B-8314-02FB1283DA6E}" type="presParOf" srcId="{F4392666-4069-4D4A-B92A-79D098F0E7C0}" destId="{9C2DA379-12FE-4FC0-9C1D-E81504190C1A}" srcOrd="0" destOrd="0" presId="urn:microsoft.com/office/officeart/2005/8/layout/orgChart1"/>
    <dgm:cxn modelId="{07E5D996-4EDA-4C57-9A6C-540B837E41E2}" type="presParOf" srcId="{9C2DA379-12FE-4FC0-9C1D-E81504190C1A}" destId="{F6A59DBB-53A6-454B-8608-8C8A2C05AFD6}" srcOrd="0" destOrd="0" presId="urn:microsoft.com/office/officeart/2005/8/layout/orgChart1"/>
    <dgm:cxn modelId="{6747390F-7716-4195-9923-7521EEE03513}" type="presParOf" srcId="{9C2DA379-12FE-4FC0-9C1D-E81504190C1A}" destId="{1072542C-522E-4290-B592-625038B23730}" srcOrd="1" destOrd="0" presId="urn:microsoft.com/office/officeart/2005/8/layout/orgChart1"/>
    <dgm:cxn modelId="{79DD41FA-CEF4-4D29-A552-AAAD253C66FB}" type="presParOf" srcId="{F4392666-4069-4D4A-B92A-79D098F0E7C0}" destId="{2904A36D-EEBA-4FD1-95E4-124E296AF887}" srcOrd="1" destOrd="0" presId="urn:microsoft.com/office/officeart/2005/8/layout/orgChart1"/>
    <dgm:cxn modelId="{A3D3C9AA-0284-452B-BCFE-0BC587788228}" type="presParOf" srcId="{2904A36D-EEBA-4FD1-95E4-124E296AF887}" destId="{847BE166-F528-4549-BBC8-0827C9EA1C2F}" srcOrd="0" destOrd="0" presId="urn:microsoft.com/office/officeart/2005/8/layout/orgChart1"/>
    <dgm:cxn modelId="{103D3BD5-11CD-41A0-AA27-0DF12CF97A9A}" type="presParOf" srcId="{2904A36D-EEBA-4FD1-95E4-124E296AF887}" destId="{BC6AD070-765B-4056-B7B5-D887E3FC03B0}" srcOrd="1" destOrd="0" presId="urn:microsoft.com/office/officeart/2005/8/layout/orgChart1"/>
    <dgm:cxn modelId="{EDCDAEA7-8DD4-49C1-8CB0-71C0603A5913}" type="presParOf" srcId="{BC6AD070-765B-4056-B7B5-D887E3FC03B0}" destId="{2A026090-AA18-4DF1-8489-505E4C04FB20}" srcOrd="0" destOrd="0" presId="urn:microsoft.com/office/officeart/2005/8/layout/orgChart1"/>
    <dgm:cxn modelId="{1611641D-3C02-463E-BC74-CB1548240B33}" type="presParOf" srcId="{2A026090-AA18-4DF1-8489-505E4C04FB20}" destId="{4CCC432F-3C4B-455C-8F1E-7E9CF03EA0DF}" srcOrd="0" destOrd="0" presId="urn:microsoft.com/office/officeart/2005/8/layout/orgChart1"/>
    <dgm:cxn modelId="{43556EC6-ADC7-42C0-B374-0AF0D21399A2}" type="presParOf" srcId="{2A026090-AA18-4DF1-8489-505E4C04FB20}" destId="{6C415CC2-C43E-4586-8AB4-AB49E0F3D4C2}" srcOrd="1" destOrd="0" presId="urn:microsoft.com/office/officeart/2005/8/layout/orgChart1"/>
    <dgm:cxn modelId="{B4183197-6D4E-4CE8-82A2-3ACF96C6F1CD}" type="presParOf" srcId="{BC6AD070-765B-4056-B7B5-D887E3FC03B0}" destId="{0369DFC2-5ACB-4EA4-A956-758A9E303493}" srcOrd="1" destOrd="0" presId="urn:microsoft.com/office/officeart/2005/8/layout/orgChart1"/>
    <dgm:cxn modelId="{8A2B6DE1-0F15-4D90-B7A1-3CF9E629613B}" type="presParOf" srcId="{BC6AD070-765B-4056-B7B5-D887E3FC03B0}" destId="{B6E5DC6A-8B98-4CAD-A338-E083079B5C0C}" srcOrd="2" destOrd="0" presId="urn:microsoft.com/office/officeart/2005/8/layout/orgChart1"/>
    <dgm:cxn modelId="{5BF291FA-AFC4-4CAF-BD36-1CA5E8423700}" type="presParOf" srcId="{2904A36D-EEBA-4FD1-95E4-124E296AF887}" destId="{5899F6A8-5F97-4496-9604-71AD85A985C8}" srcOrd="2" destOrd="0" presId="urn:microsoft.com/office/officeart/2005/8/layout/orgChart1"/>
    <dgm:cxn modelId="{A509AE9E-F039-4601-BB41-CD1B96BA76AB}" type="presParOf" srcId="{2904A36D-EEBA-4FD1-95E4-124E296AF887}" destId="{ECDC7475-7091-4426-8119-9D3F6721D6B3}" srcOrd="3" destOrd="0" presId="urn:microsoft.com/office/officeart/2005/8/layout/orgChart1"/>
    <dgm:cxn modelId="{5EFA1F8D-75BD-4BBB-97ED-E52D0FBACA18}" type="presParOf" srcId="{ECDC7475-7091-4426-8119-9D3F6721D6B3}" destId="{11803709-505D-48A9-B5AC-5E57EB660D85}" srcOrd="0" destOrd="0" presId="urn:microsoft.com/office/officeart/2005/8/layout/orgChart1"/>
    <dgm:cxn modelId="{1899452C-9EA4-4C87-98DB-50E83EF05CE3}" type="presParOf" srcId="{11803709-505D-48A9-B5AC-5E57EB660D85}" destId="{697CE60E-133A-449C-8482-20240A344E00}" srcOrd="0" destOrd="0" presId="urn:microsoft.com/office/officeart/2005/8/layout/orgChart1"/>
    <dgm:cxn modelId="{807537BD-0840-4AEA-8E54-7C84E29C3470}" type="presParOf" srcId="{11803709-505D-48A9-B5AC-5E57EB660D85}" destId="{A4AD324D-1FE6-4177-BD9A-09E7970B0E2A}" srcOrd="1" destOrd="0" presId="urn:microsoft.com/office/officeart/2005/8/layout/orgChart1"/>
    <dgm:cxn modelId="{F5D59D24-E3F0-436F-A794-4C6390F9D25F}" type="presParOf" srcId="{ECDC7475-7091-4426-8119-9D3F6721D6B3}" destId="{28F38F4B-A65D-4C63-994C-D14C877F3C91}" srcOrd="1" destOrd="0" presId="urn:microsoft.com/office/officeart/2005/8/layout/orgChart1"/>
    <dgm:cxn modelId="{969CDB4A-D199-466E-AC75-F628088F61E4}" type="presParOf" srcId="{ECDC7475-7091-4426-8119-9D3F6721D6B3}" destId="{1E905F26-5F4A-44D6-B770-9DAD4EF91BF0}" srcOrd="2" destOrd="0" presId="urn:microsoft.com/office/officeart/2005/8/layout/orgChart1"/>
    <dgm:cxn modelId="{AA7E65AF-D093-4D9D-A9A3-35704B38B3B0}" type="presParOf" srcId="{2904A36D-EEBA-4FD1-95E4-124E296AF887}" destId="{75573B8F-583B-43F7-AE66-F8335E70271D}" srcOrd="4" destOrd="0" presId="urn:microsoft.com/office/officeart/2005/8/layout/orgChart1"/>
    <dgm:cxn modelId="{E1D1966D-0B9F-4458-A0EF-9426883D82BD}" type="presParOf" srcId="{2904A36D-EEBA-4FD1-95E4-124E296AF887}" destId="{851621FD-34AD-4CB2-AC17-E97CD591E931}" srcOrd="5" destOrd="0" presId="urn:microsoft.com/office/officeart/2005/8/layout/orgChart1"/>
    <dgm:cxn modelId="{BE42D12A-E12F-4356-9B8C-2BA5485EE4C2}" type="presParOf" srcId="{851621FD-34AD-4CB2-AC17-E97CD591E931}" destId="{4ABF6AE4-5D2B-4388-A3F7-B8B9A95B38B4}" srcOrd="0" destOrd="0" presId="urn:microsoft.com/office/officeart/2005/8/layout/orgChart1"/>
    <dgm:cxn modelId="{D2F242EA-F642-409E-A42F-08588B8D7754}" type="presParOf" srcId="{4ABF6AE4-5D2B-4388-A3F7-B8B9A95B38B4}" destId="{9295734C-6FDE-44A0-AD5C-E5001EA14C3F}" srcOrd="0" destOrd="0" presId="urn:microsoft.com/office/officeart/2005/8/layout/orgChart1"/>
    <dgm:cxn modelId="{209F8BC4-F068-4820-AE0D-8D3D3BB0429F}" type="presParOf" srcId="{4ABF6AE4-5D2B-4388-A3F7-B8B9A95B38B4}" destId="{E01C2B54-4BC7-4635-9AFC-D71F3C4EAC42}" srcOrd="1" destOrd="0" presId="urn:microsoft.com/office/officeart/2005/8/layout/orgChart1"/>
    <dgm:cxn modelId="{C49E45BA-E3C6-4477-B29E-6C67A08A60B2}" type="presParOf" srcId="{851621FD-34AD-4CB2-AC17-E97CD591E931}" destId="{E1103EC2-3F01-4D26-BED3-41A361C5D916}" srcOrd="1" destOrd="0" presId="urn:microsoft.com/office/officeart/2005/8/layout/orgChart1"/>
    <dgm:cxn modelId="{D10DBE11-74C7-453C-B25A-55CD501F7683}" type="presParOf" srcId="{851621FD-34AD-4CB2-AC17-E97CD591E931}" destId="{0184BD0D-778F-46A4-AF78-F83C28AD6B86}" srcOrd="2" destOrd="0" presId="urn:microsoft.com/office/officeart/2005/8/layout/orgChart1"/>
    <dgm:cxn modelId="{964A4D89-1251-4D65-B7CA-E0EB83446031}" type="presParOf" srcId="{F4392666-4069-4D4A-B92A-79D098F0E7C0}" destId="{8D6432CE-BAF4-46FD-BDAE-23544F50BD6C}" srcOrd="2" destOrd="0" presId="urn:microsoft.com/office/officeart/2005/8/layout/orgChart1"/>
    <dgm:cxn modelId="{6CDAC59B-4D4F-4DB8-A476-DE6248721A8C}" type="presParOf" srcId="{F134BF6C-C904-49B5-A2C7-DB43842662EC}" destId="{72251355-1D1C-4C1A-B293-3E98295CF227}" srcOrd="1" destOrd="0" presId="urn:microsoft.com/office/officeart/2005/8/layout/orgChart1"/>
    <dgm:cxn modelId="{5E8013EF-6D8D-4A0C-AFC4-2E437F70020C}" type="presParOf" srcId="{72251355-1D1C-4C1A-B293-3E98295CF227}" destId="{4EF59C40-26B5-422A-83B9-3A72D10CDC86}" srcOrd="0" destOrd="0" presId="urn:microsoft.com/office/officeart/2005/8/layout/orgChart1"/>
    <dgm:cxn modelId="{EE3E855D-0AE5-4C47-953C-71D40DF3B67D}" type="presParOf" srcId="{4EF59C40-26B5-422A-83B9-3A72D10CDC86}" destId="{5AE4C3F0-A6D6-4E2F-A487-CD9130D3312A}" srcOrd="0" destOrd="0" presId="urn:microsoft.com/office/officeart/2005/8/layout/orgChart1"/>
    <dgm:cxn modelId="{AE8746E9-9970-423D-BEC1-D7902A0471A9}" type="presParOf" srcId="{4EF59C40-26B5-422A-83B9-3A72D10CDC86}" destId="{3606D766-932A-4DB7-8D78-385D0133DCB1}" srcOrd="1" destOrd="0" presId="urn:microsoft.com/office/officeart/2005/8/layout/orgChart1"/>
    <dgm:cxn modelId="{9C35908F-380B-43D2-AE17-2E9FCA773646}" type="presParOf" srcId="{72251355-1D1C-4C1A-B293-3E98295CF227}" destId="{D0C18D92-460E-4638-A2F7-5A4F7125B0C5}" srcOrd="1" destOrd="0" presId="urn:microsoft.com/office/officeart/2005/8/layout/orgChart1"/>
    <dgm:cxn modelId="{D58682C4-9DBD-47A9-AB41-21A61FE1B54B}" type="presParOf" srcId="{D0C18D92-460E-4638-A2F7-5A4F7125B0C5}" destId="{40561C56-86D6-42DC-81F7-0AFAFDD2CD90}" srcOrd="0" destOrd="0" presId="urn:microsoft.com/office/officeart/2005/8/layout/orgChart1"/>
    <dgm:cxn modelId="{99598019-9422-4B80-AA9A-560A97F8D1EE}" type="presParOf" srcId="{D0C18D92-460E-4638-A2F7-5A4F7125B0C5}" destId="{3828693C-8C66-4F83-8BC5-BA17E47F5DC1}" srcOrd="1" destOrd="0" presId="urn:microsoft.com/office/officeart/2005/8/layout/orgChart1"/>
    <dgm:cxn modelId="{24C7C324-3B8C-41B0-9B57-D1175F319703}" type="presParOf" srcId="{3828693C-8C66-4F83-8BC5-BA17E47F5DC1}" destId="{771099B6-BED3-4B69-8B35-698AFB2DA80E}" srcOrd="0" destOrd="0" presId="urn:microsoft.com/office/officeart/2005/8/layout/orgChart1"/>
    <dgm:cxn modelId="{2C1AA556-C42B-40DA-898E-FABC687E7E43}" type="presParOf" srcId="{771099B6-BED3-4B69-8B35-698AFB2DA80E}" destId="{10253D4B-2588-4C96-A1AE-818B0A9A5F9D}" srcOrd="0" destOrd="0" presId="urn:microsoft.com/office/officeart/2005/8/layout/orgChart1"/>
    <dgm:cxn modelId="{C78761B1-1F5F-4632-9ABF-991C9344A516}" type="presParOf" srcId="{771099B6-BED3-4B69-8B35-698AFB2DA80E}" destId="{6F56D946-DE1A-44DA-B480-8C60D3EBBFE5}" srcOrd="1" destOrd="0" presId="urn:microsoft.com/office/officeart/2005/8/layout/orgChart1"/>
    <dgm:cxn modelId="{4AF9D9C4-A852-4987-9F0F-A11712A68952}" type="presParOf" srcId="{3828693C-8C66-4F83-8BC5-BA17E47F5DC1}" destId="{81F60474-74A1-489D-B7CB-77B9D873CF78}" srcOrd="1" destOrd="0" presId="urn:microsoft.com/office/officeart/2005/8/layout/orgChart1"/>
    <dgm:cxn modelId="{EB1C9E6B-39BA-40C5-BF34-F3418B02E97E}" type="presParOf" srcId="{3828693C-8C66-4F83-8BC5-BA17E47F5DC1}" destId="{262264A4-A6FE-4B44-8915-10179ED41D9A}" srcOrd="2" destOrd="0" presId="urn:microsoft.com/office/officeart/2005/8/layout/orgChart1"/>
    <dgm:cxn modelId="{D7153B34-90A7-4D25-ABBC-FD78D4011146}" type="presParOf" srcId="{D0C18D92-460E-4638-A2F7-5A4F7125B0C5}" destId="{B7CA8740-D9DE-4BBC-83FE-EC8B9C718154}" srcOrd="2" destOrd="0" presId="urn:microsoft.com/office/officeart/2005/8/layout/orgChart1"/>
    <dgm:cxn modelId="{B1675A8E-6AE1-4352-A612-D226459D5E9D}" type="presParOf" srcId="{D0C18D92-460E-4638-A2F7-5A4F7125B0C5}" destId="{E1779947-EE3C-4DE5-9951-840EEC95B18B}" srcOrd="3" destOrd="0" presId="urn:microsoft.com/office/officeart/2005/8/layout/orgChart1"/>
    <dgm:cxn modelId="{58B28B81-79B7-4C94-BE14-DB07A69B9722}" type="presParOf" srcId="{E1779947-EE3C-4DE5-9951-840EEC95B18B}" destId="{9F3F30F5-54C4-4517-8BD3-7E6B4A2EB792}" srcOrd="0" destOrd="0" presId="urn:microsoft.com/office/officeart/2005/8/layout/orgChart1"/>
    <dgm:cxn modelId="{4153A6BE-90B2-47EF-BFD5-9BB3F2BE0A3F}" type="presParOf" srcId="{9F3F30F5-54C4-4517-8BD3-7E6B4A2EB792}" destId="{D150E86E-8492-467B-A92D-096E71358311}" srcOrd="0" destOrd="0" presId="urn:microsoft.com/office/officeart/2005/8/layout/orgChart1"/>
    <dgm:cxn modelId="{A0B1935E-9584-4A5E-BD54-221A92177EE3}" type="presParOf" srcId="{9F3F30F5-54C4-4517-8BD3-7E6B4A2EB792}" destId="{A28DF0BA-6233-49D1-8D67-5D0828C012E2}" srcOrd="1" destOrd="0" presId="urn:microsoft.com/office/officeart/2005/8/layout/orgChart1"/>
    <dgm:cxn modelId="{880D584D-AD97-4550-ACFB-C55FFD00CC41}" type="presParOf" srcId="{E1779947-EE3C-4DE5-9951-840EEC95B18B}" destId="{B5415ACD-2C8A-4891-8C10-E720BA62CA21}" srcOrd="1" destOrd="0" presId="urn:microsoft.com/office/officeart/2005/8/layout/orgChart1"/>
    <dgm:cxn modelId="{076B4391-E80A-4604-B69F-3CF6BB3FF02E}" type="presParOf" srcId="{E1779947-EE3C-4DE5-9951-840EEC95B18B}" destId="{FE582E37-9275-432A-A21B-91CE1A8D8A2D}" srcOrd="2" destOrd="0" presId="urn:microsoft.com/office/officeart/2005/8/layout/orgChart1"/>
    <dgm:cxn modelId="{B68963E0-E7A6-4D73-83D9-194129BE6819}" type="presParOf" srcId="{D0C18D92-460E-4638-A2F7-5A4F7125B0C5}" destId="{1CD08749-68DB-45B6-9FB8-0E3A74163B3F}" srcOrd="4" destOrd="0" presId="urn:microsoft.com/office/officeart/2005/8/layout/orgChart1"/>
    <dgm:cxn modelId="{24A9C97F-E9AA-4D4B-B7DE-08C481903681}" type="presParOf" srcId="{D0C18D92-460E-4638-A2F7-5A4F7125B0C5}" destId="{176D0179-3197-457C-B03B-45CDBA890207}" srcOrd="5" destOrd="0" presId="urn:microsoft.com/office/officeart/2005/8/layout/orgChart1"/>
    <dgm:cxn modelId="{B79E332C-985E-4761-AF4B-828879069E5E}" type="presParOf" srcId="{176D0179-3197-457C-B03B-45CDBA890207}" destId="{C1D7AAA4-ECEC-4E40-A189-AEB937180D1B}" srcOrd="0" destOrd="0" presId="urn:microsoft.com/office/officeart/2005/8/layout/orgChart1"/>
    <dgm:cxn modelId="{B9702844-57A3-4FBA-A60C-37236DE28D61}" type="presParOf" srcId="{C1D7AAA4-ECEC-4E40-A189-AEB937180D1B}" destId="{78C90D13-8B64-48BA-A323-76F894FB7461}" srcOrd="0" destOrd="0" presId="urn:microsoft.com/office/officeart/2005/8/layout/orgChart1"/>
    <dgm:cxn modelId="{9DC39D06-CAD6-46DD-84FD-7B14A54E2D2A}" type="presParOf" srcId="{C1D7AAA4-ECEC-4E40-A189-AEB937180D1B}" destId="{49EB584B-0CC1-4606-9AD2-D3185C25CEBF}" srcOrd="1" destOrd="0" presId="urn:microsoft.com/office/officeart/2005/8/layout/orgChart1"/>
    <dgm:cxn modelId="{CA8565B7-2055-43CA-BC4E-1AB0DDD819AE}" type="presParOf" srcId="{176D0179-3197-457C-B03B-45CDBA890207}" destId="{D4BAF6DF-7E7C-479F-9006-EC8A5C58F742}" srcOrd="1" destOrd="0" presId="urn:microsoft.com/office/officeart/2005/8/layout/orgChart1"/>
    <dgm:cxn modelId="{B170BE0C-1773-45F0-91B5-F6F67FDC80C8}" type="presParOf" srcId="{176D0179-3197-457C-B03B-45CDBA890207}" destId="{02DE44A2-81C3-4796-94DB-21D3A0099272}" srcOrd="2" destOrd="0" presId="urn:microsoft.com/office/officeart/2005/8/layout/orgChart1"/>
    <dgm:cxn modelId="{1849B5FD-9BAA-4AA7-AD88-AAD6EC076357}" type="presParOf" srcId="{72251355-1D1C-4C1A-B293-3E98295CF227}" destId="{744B5E83-334E-4230-BF9D-3B0FAC5244D6}"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74837"/>
          <a:ext cx="6383338"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19687" y="2013575"/>
          <a:ext cx="1689589"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endParaRPr lang="en-US" sz="1800" kern="1200" dirty="0">
            <a:latin typeface="+mn-lt"/>
          </a:endParaRPr>
        </a:p>
      </dsp:txBody>
      <dsp:txXfrm>
        <a:off x="119687" y="2013575"/>
        <a:ext cx="1689589" cy="423713"/>
      </dsp:txXfrm>
    </dsp:sp>
    <dsp:sp modelId="{BA29120C-7C6B-4F62-9079-4AD528BC0744}">
      <dsp:nvSpPr>
        <dsp:cNvPr id="0" name=""/>
        <dsp:cNvSpPr/>
      </dsp:nvSpPr>
      <dsp:spPr>
        <a:xfrm>
          <a:off x="4488" y="523079"/>
          <a:ext cx="1919988"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accent4">
                  <a:lumMod val="50000"/>
                </a:schemeClr>
              </a:solidFill>
            </a:rPr>
            <a:t>Video Input </a:t>
          </a:r>
          <a:endParaRPr lang="en-US" sz="1500" kern="1200" dirty="0">
            <a:latin typeface="+mn-lt"/>
          </a:endParaRPr>
        </a:p>
      </dsp:txBody>
      <dsp:txXfrm>
        <a:off x="35697" y="554288"/>
        <a:ext cx="1857570" cy="576901"/>
      </dsp:txXfrm>
    </dsp:sp>
    <dsp:sp modelId="{A95DB80B-444A-4D69-B205-3A801BB8524A}">
      <dsp:nvSpPr>
        <dsp:cNvPr id="0" name=""/>
        <dsp:cNvSpPr/>
      </dsp:nvSpPr>
      <dsp:spPr>
        <a:xfrm>
          <a:off x="964482" y="1162399"/>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233280" y="1312386"/>
          <a:ext cx="1689589"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endParaRPr lang="en-US" sz="1800" kern="1200" dirty="0">
            <a:latin typeface="+mn-lt"/>
          </a:endParaRPr>
        </a:p>
      </dsp:txBody>
      <dsp:txXfrm>
        <a:off x="1233280" y="1312386"/>
        <a:ext cx="1689589" cy="423713"/>
      </dsp:txXfrm>
    </dsp:sp>
    <dsp:sp modelId="{FA19A0AA-8B0B-4AA8-A80D-08CFFDD3F112}">
      <dsp:nvSpPr>
        <dsp:cNvPr id="0" name=""/>
        <dsp:cNvSpPr/>
      </dsp:nvSpPr>
      <dsp:spPr>
        <a:xfrm>
          <a:off x="936359"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118081" y="2587275"/>
          <a:ext cx="1919988"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accent4">
                  <a:lumMod val="50000"/>
                </a:schemeClr>
              </a:solidFill>
            </a:rPr>
            <a:t>AI Processing </a:t>
          </a:r>
          <a:endParaRPr lang="en-US" sz="1500" kern="1200" dirty="0">
            <a:latin typeface="+mn-lt"/>
          </a:endParaRPr>
        </a:p>
      </dsp:txBody>
      <dsp:txXfrm>
        <a:off x="1149290" y="2618484"/>
        <a:ext cx="1857570" cy="576901"/>
      </dsp:txXfrm>
    </dsp:sp>
    <dsp:sp modelId="{DBD74D6B-057A-432C-9067-BF618C19EB2A}">
      <dsp:nvSpPr>
        <dsp:cNvPr id="0" name=""/>
        <dsp:cNvSpPr/>
      </dsp:nvSpPr>
      <dsp:spPr>
        <a:xfrm>
          <a:off x="2078075" y="1874837"/>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346874" y="2013575"/>
          <a:ext cx="1689589"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endParaRPr lang="en-US" sz="1800" kern="1200" dirty="0">
            <a:latin typeface="+mn-lt"/>
          </a:endParaRPr>
        </a:p>
      </dsp:txBody>
      <dsp:txXfrm>
        <a:off x="2346874" y="2013575"/>
        <a:ext cx="1689589" cy="423713"/>
      </dsp:txXfrm>
    </dsp:sp>
    <dsp:sp modelId="{0F979253-FD39-4920-BFCA-78C564B167EA}">
      <dsp:nvSpPr>
        <dsp:cNvPr id="0" name=""/>
        <dsp:cNvSpPr/>
      </dsp:nvSpPr>
      <dsp:spPr>
        <a:xfrm>
          <a:off x="2049953"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2231674" y="523079"/>
          <a:ext cx="1919988"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accent4">
                  <a:lumMod val="50000"/>
                </a:schemeClr>
              </a:solidFill>
            </a:rPr>
            <a:t>Violation Detection </a:t>
          </a:r>
          <a:endParaRPr lang="en-US" sz="1500" kern="1200" dirty="0">
            <a:latin typeface="+mn-lt"/>
          </a:endParaRPr>
        </a:p>
      </dsp:txBody>
      <dsp:txXfrm>
        <a:off x="2262883" y="554288"/>
        <a:ext cx="1857570" cy="576901"/>
      </dsp:txXfrm>
    </dsp:sp>
    <dsp:sp modelId="{DCAE8A46-752C-4E82-84CE-E790E1F2918E}">
      <dsp:nvSpPr>
        <dsp:cNvPr id="0" name=""/>
        <dsp:cNvSpPr/>
      </dsp:nvSpPr>
      <dsp:spPr>
        <a:xfrm>
          <a:off x="3191668" y="1162399"/>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460467" y="1312386"/>
          <a:ext cx="1689589"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endParaRPr lang="en-US" sz="1800" kern="1200" dirty="0"/>
        </a:p>
      </dsp:txBody>
      <dsp:txXfrm>
        <a:off x="3460467" y="1312386"/>
        <a:ext cx="1689589" cy="423713"/>
      </dsp:txXfrm>
    </dsp:sp>
    <dsp:sp modelId="{B6459BF8-D2C3-4018-9C28-98667DC203F4}">
      <dsp:nvSpPr>
        <dsp:cNvPr id="0" name=""/>
        <dsp:cNvSpPr/>
      </dsp:nvSpPr>
      <dsp:spPr>
        <a:xfrm>
          <a:off x="3163546"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3345268" y="2587275"/>
          <a:ext cx="1919988"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l" defTabSz="666750">
            <a:lnSpc>
              <a:spcPct val="90000"/>
            </a:lnSpc>
            <a:spcBef>
              <a:spcPct val="0"/>
            </a:spcBef>
            <a:spcAft>
              <a:spcPct val="35000"/>
            </a:spcAft>
            <a:buNone/>
          </a:pPr>
          <a:r>
            <a:rPr lang="en-US" sz="1500" b="0" i="0" kern="1200" dirty="0"/>
            <a:t>Alert Generation</a:t>
          </a:r>
          <a:endParaRPr lang="en-US" sz="1500" kern="1200" dirty="0"/>
        </a:p>
      </dsp:txBody>
      <dsp:txXfrm>
        <a:off x="3376477" y="2618484"/>
        <a:ext cx="1857570" cy="576901"/>
      </dsp:txXfrm>
    </dsp:sp>
    <dsp:sp modelId="{086FB9B1-82B2-4197-8B33-6E7FF94F8D2E}">
      <dsp:nvSpPr>
        <dsp:cNvPr id="0" name=""/>
        <dsp:cNvSpPr/>
      </dsp:nvSpPr>
      <dsp:spPr>
        <a:xfrm>
          <a:off x="4305262" y="1874837"/>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6627DB9-BC9D-42BC-BA96-FED67181DBAD}">
      <dsp:nvSpPr>
        <dsp:cNvPr id="0" name=""/>
        <dsp:cNvSpPr/>
      </dsp:nvSpPr>
      <dsp:spPr>
        <a:xfrm>
          <a:off x="4574060" y="2013575"/>
          <a:ext cx="1689589"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endParaRPr lang="en-US" sz="1800" kern="1200"/>
        </a:p>
      </dsp:txBody>
      <dsp:txXfrm>
        <a:off x="4574060" y="2013575"/>
        <a:ext cx="1689589" cy="423713"/>
      </dsp:txXfrm>
    </dsp:sp>
    <dsp:sp modelId="{3F359E8B-7C7E-4FD9-B106-36CCBFC731D5}">
      <dsp:nvSpPr>
        <dsp:cNvPr id="0" name=""/>
        <dsp:cNvSpPr/>
      </dsp:nvSpPr>
      <dsp:spPr>
        <a:xfrm>
          <a:off x="4277139"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F141D0-5318-4A5B-ACAE-5F5BA0AE3A3D}">
      <dsp:nvSpPr>
        <dsp:cNvPr id="0" name=""/>
        <dsp:cNvSpPr/>
      </dsp:nvSpPr>
      <dsp:spPr>
        <a:xfrm>
          <a:off x="4458861" y="523079"/>
          <a:ext cx="1919988"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l" defTabSz="666750">
            <a:lnSpc>
              <a:spcPct val="90000"/>
            </a:lnSpc>
            <a:spcBef>
              <a:spcPct val="0"/>
            </a:spcBef>
            <a:spcAft>
              <a:spcPct val="35000"/>
            </a:spcAft>
            <a:buNone/>
          </a:pPr>
          <a:r>
            <a:rPr lang="en-US" sz="1500" b="0" i="0" kern="1200"/>
            <a:t>Dashboard Display</a:t>
          </a:r>
          <a:endParaRPr lang="en-US" sz="1500" kern="1200"/>
        </a:p>
      </dsp:txBody>
      <dsp:txXfrm>
        <a:off x="4490070" y="554288"/>
        <a:ext cx="1857570" cy="576901"/>
      </dsp:txXfrm>
    </dsp:sp>
    <dsp:sp modelId="{58ED13C6-83ED-476C-AED5-543DEE9FA640}">
      <dsp:nvSpPr>
        <dsp:cNvPr id="0" name=""/>
        <dsp:cNvSpPr/>
      </dsp:nvSpPr>
      <dsp:spPr>
        <a:xfrm>
          <a:off x="5418855" y="1162399"/>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13C97AE-360A-41C7-9962-50C9DFA61BD8}">
      <dsp:nvSpPr>
        <dsp:cNvPr id="0" name=""/>
        <dsp:cNvSpPr/>
      </dsp:nvSpPr>
      <dsp:spPr>
        <a:xfrm>
          <a:off x="5390732"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A189B-FB7C-44E8-90A0-E47E20D1E133}">
      <dsp:nvSpPr>
        <dsp:cNvPr id="0" name=""/>
        <dsp:cNvSpPr/>
      </dsp:nvSpPr>
      <dsp:spPr>
        <a:xfrm>
          <a:off x="5220" y="306181"/>
          <a:ext cx="1780093" cy="890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solidFill>
                <a:schemeClr val="tx1"/>
              </a:solidFill>
            </a:rPr>
            <a:t>1. Data Preprocessing Module:</a:t>
          </a:r>
          <a:endParaRPr lang="en-US" sz="1700" b="1" kern="1200" dirty="0">
            <a:solidFill>
              <a:schemeClr val="tx1"/>
            </a:solidFill>
          </a:endParaRPr>
        </a:p>
      </dsp:txBody>
      <dsp:txXfrm>
        <a:off x="31289" y="332250"/>
        <a:ext cx="1727955" cy="837908"/>
      </dsp:txXfrm>
    </dsp:sp>
    <dsp:sp modelId="{060ACBCC-5BFE-4CB7-A4C4-2FEA6907CC41}">
      <dsp:nvSpPr>
        <dsp:cNvPr id="0" name=""/>
        <dsp:cNvSpPr/>
      </dsp:nvSpPr>
      <dsp:spPr>
        <a:xfrm>
          <a:off x="183229" y="1196228"/>
          <a:ext cx="178009" cy="667534"/>
        </a:xfrm>
        <a:custGeom>
          <a:avLst/>
          <a:gdLst/>
          <a:ahLst/>
          <a:cxnLst/>
          <a:rect l="0" t="0" r="0" b="0"/>
          <a:pathLst>
            <a:path>
              <a:moveTo>
                <a:pt x="0" y="0"/>
              </a:moveTo>
              <a:lnTo>
                <a:pt x="0" y="667534"/>
              </a:lnTo>
              <a:lnTo>
                <a:pt x="178009" y="66753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D41207-3369-44B6-8068-A256CDAC889D}">
      <dsp:nvSpPr>
        <dsp:cNvPr id="0" name=""/>
        <dsp:cNvSpPr/>
      </dsp:nvSpPr>
      <dsp:spPr>
        <a:xfrm>
          <a:off x="361238" y="1418740"/>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Image loading and formatting</a:t>
          </a:r>
          <a:endParaRPr lang="en-US" sz="1200" kern="1200"/>
        </a:p>
      </dsp:txBody>
      <dsp:txXfrm>
        <a:off x="387307" y="1444809"/>
        <a:ext cx="1371936" cy="837908"/>
      </dsp:txXfrm>
    </dsp:sp>
    <dsp:sp modelId="{13BF3812-4D09-4C04-ACE1-6D384E14E700}">
      <dsp:nvSpPr>
        <dsp:cNvPr id="0" name=""/>
        <dsp:cNvSpPr/>
      </dsp:nvSpPr>
      <dsp:spPr>
        <a:xfrm>
          <a:off x="183229" y="1196228"/>
          <a:ext cx="178009" cy="1780093"/>
        </a:xfrm>
        <a:custGeom>
          <a:avLst/>
          <a:gdLst/>
          <a:ahLst/>
          <a:cxnLst/>
          <a:rect l="0" t="0" r="0" b="0"/>
          <a:pathLst>
            <a:path>
              <a:moveTo>
                <a:pt x="0" y="0"/>
              </a:moveTo>
              <a:lnTo>
                <a:pt x="0" y="1780093"/>
              </a:lnTo>
              <a:lnTo>
                <a:pt x="178009" y="17800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A50334-9CCC-40F1-86BC-41D11A7FFB39}">
      <dsp:nvSpPr>
        <dsp:cNvPr id="0" name=""/>
        <dsp:cNvSpPr/>
      </dsp:nvSpPr>
      <dsp:spPr>
        <a:xfrm>
          <a:off x="361238" y="2531298"/>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YOLO annotation processing</a:t>
          </a:r>
          <a:endParaRPr lang="en-US" sz="1200" kern="1200"/>
        </a:p>
      </dsp:txBody>
      <dsp:txXfrm>
        <a:off x="387307" y="2557367"/>
        <a:ext cx="1371936" cy="837908"/>
      </dsp:txXfrm>
    </dsp:sp>
    <dsp:sp modelId="{DD98DA67-71EA-41D6-8590-BDA84162FB1E}">
      <dsp:nvSpPr>
        <dsp:cNvPr id="0" name=""/>
        <dsp:cNvSpPr/>
      </dsp:nvSpPr>
      <dsp:spPr>
        <a:xfrm>
          <a:off x="183229" y="1196228"/>
          <a:ext cx="178009" cy="2892651"/>
        </a:xfrm>
        <a:custGeom>
          <a:avLst/>
          <a:gdLst/>
          <a:ahLst/>
          <a:cxnLst/>
          <a:rect l="0" t="0" r="0" b="0"/>
          <a:pathLst>
            <a:path>
              <a:moveTo>
                <a:pt x="0" y="0"/>
              </a:moveTo>
              <a:lnTo>
                <a:pt x="0" y="2892651"/>
              </a:lnTo>
              <a:lnTo>
                <a:pt x="178009" y="28926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F5B7C4-F724-4F3B-B6F6-D926E81C0551}">
      <dsp:nvSpPr>
        <dsp:cNvPr id="0" name=""/>
        <dsp:cNvSpPr/>
      </dsp:nvSpPr>
      <dsp:spPr>
        <a:xfrm>
          <a:off x="361238" y="3643856"/>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Train/validation/test split</a:t>
          </a:r>
          <a:endParaRPr lang="en-US" sz="1200" kern="1200"/>
        </a:p>
      </dsp:txBody>
      <dsp:txXfrm>
        <a:off x="387307" y="3669925"/>
        <a:ext cx="1371936" cy="837908"/>
      </dsp:txXfrm>
    </dsp:sp>
    <dsp:sp modelId="{8BB61773-87F4-436D-BF19-619A348F0DAD}">
      <dsp:nvSpPr>
        <dsp:cNvPr id="0" name=""/>
        <dsp:cNvSpPr/>
      </dsp:nvSpPr>
      <dsp:spPr>
        <a:xfrm>
          <a:off x="2230336" y="306181"/>
          <a:ext cx="1780093" cy="890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solidFill>
                <a:schemeClr val="tx1"/>
              </a:solidFill>
            </a:rPr>
            <a:t>2. Model Training Module:</a:t>
          </a:r>
          <a:endParaRPr lang="en-US" sz="1700" b="1" kern="1200" dirty="0">
            <a:solidFill>
              <a:schemeClr val="tx1"/>
            </a:solidFill>
          </a:endParaRPr>
        </a:p>
      </dsp:txBody>
      <dsp:txXfrm>
        <a:off x="2256405" y="332250"/>
        <a:ext cx="1727955" cy="837908"/>
      </dsp:txXfrm>
    </dsp:sp>
    <dsp:sp modelId="{879C7FEC-B951-4C33-8812-5F36DB74F2FE}">
      <dsp:nvSpPr>
        <dsp:cNvPr id="0" name=""/>
        <dsp:cNvSpPr/>
      </dsp:nvSpPr>
      <dsp:spPr>
        <a:xfrm>
          <a:off x="2408345" y="1196228"/>
          <a:ext cx="178009" cy="667534"/>
        </a:xfrm>
        <a:custGeom>
          <a:avLst/>
          <a:gdLst/>
          <a:ahLst/>
          <a:cxnLst/>
          <a:rect l="0" t="0" r="0" b="0"/>
          <a:pathLst>
            <a:path>
              <a:moveTo>
                <a:pt x="0" y="0"/>
              </a:moveTo>
              <a:lnTo>
                <a:pt x="0" y="667534"/>
              </a:lnTo>
              <a:lnTo>
                <a:pt x="178009" y="66753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D9AB88-29C2-443C-A5F2-F64CF9432CC1}">
      <dsp:nvSpPr>
        <dsp:cNvPr id="0" name=""/>
        <dsp:cNvSpPr/>
      </dsp:nvSpPr>
      <dsp:spPr>
        <a:xfrm>
          <a:off x="2586355" y="1418740"/>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YOLOv8 model initialization</a:t>
          </a:r>
          <a:endParaRPr lang="en-US" sz="1200" kern="1200"/>
        </a:p>
      </dsp:txBody>
      <dsp:txXfrm>
        <a:off x="2612424" y="1444809"/>
        <a:ext cx="1371936" cy="837908"/>
      </dsp:txXfrm>
    </dsp:sp>
    <dsp:sp modelId="{A10112AC-8497-47FE-8978-F5CEB8BDE2B2}">
      <dsp:nvSpPr>
        <dsp:cNvPr id="0" name=""/>
        <dsp:cNvSpPr/>
      </dsp:nvSpPr>
      <dsp:spPr>
        <a:xfrm>
          <a:off x="2408345" y="1196228"/>
          <a:ext cx="178009" cy="1780093"/>
        </a:xfrm>
        <a:custGeom>
          <a:avLst/>
          <a:gdLst/>
          <a:ahLst/>
          <a:cxnLst/>
          <a:rect l="0" t="0" r="0" b="0"/>
          <a:pathLst>
            <a:path>
              <a:moveTo>
                <a:pt x="0" y="0"/>
              </a:moveTo>
              <a:lnTo>
                <a:pt x="0" y="1780093"/>
              </a:lnTo>
              <a:lnTo>
                <a:pt x="178009" y="17800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2D45BB-DBD6-4C45-84B0-689454F5081F}">
      <dsp:nvSpPr>
        <dsp:cNvPr id="0" name=""/>
        <dsp:cNvSpPr/>
      </dsp:nvSpPr>
      <dsp:spPr>
        <a:xfrm>
          <a:off x="2586355" y="2531298"/>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Custom dataset training</a:t>
          </a:r>
          <a:endParaRPr lang="en-US" sz="1200" kern="1200"/>
        </a:p>
      </dsp:txBody>
      <dsp:txXfrm>
        <a:off x="2612424" y="2557367"/>
        <a:ext cx="1371936" cy="837908"/>
      </dsp:txXfrm>
    </dsp:sp>
    <dsp:sp modelId="{36DCE11C-6F2B-48C9-9D20-D578C910E3F2}">
      <dsp:nvSpPr>
        <dsp:cNvPr id="0" name=""/>
        <dsp:cNvSpPr/>
      </dsp:nvSpPr>
      <dsp:spPr>
        <a:xfrm>
          <a:off x="2408345" y="1196228"/>
          <a:ext cx="178009" cy="2892651"/>
        </a:xfrm>
        <a:custGeom>
          <a:avLst/>
          <a:gdLst/>
          <a:ahLst/>
          <a:cxnLst/>
          <a:rect l="0" t="0" r="0" b="0"/>
          <a:pathLst>
            <a:path>
              <a:moveTo>
                <a:pt x="0" y="0"/>
              </a:moveTo>
              <a:lnTo>
                <a:pt x="0" y="2892651"/>
              </a:lnTo>
              <a:lnTo>
                <a:pt x="178009" y="28926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8C8EED-A10D-41D8-A021-F9ACAE0C1366}">
      <dsp:nvSpPr>
        <dsp:cNvPr id="0" name=""/>
        <dsp:cNvSpPr/>
      </dsp:nvSpPr>
      <dsp:spPr>
        <a:xfrm>
          <a:off x="2586355" y="3643856"/>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Performance evaluation</a:t>
          </a:r>
          <a:endParaRPr lang="en-US" sz="1200" kern="1200"/>
        </a:p>
      </dsp:txBody>
      <dsp:txXfrm>
        <a:off x="2612424" y="3669925"/>
        <a:ext cx="1371936" cy="837908"/>
      </dsp:txXfrm>
    </dsp:sp>
    <dsp:sp modelId="{ADA6FED6-F6BF-4CFB-8710-B0AA2CBDA383}">
      <dsp:nvSpPr>
        <dsp:cNvPr id="0" name=""/>
        <dsp:cNvSpPr/>
      </dsp:nvSpPr>
      <dsp:spPr>
        <a:xfrm>
          <a:off x="4455452" y="306181"/>
          <a:ext cx="1780093" cy="890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solidFill>
                <a:schemeClr val="tx1"/>
              </a:solidFill>
            </a:rPr>
            <a:t>3. Real-time Detection Module:</a:t>
          </a:r>
          <a:endParaRPr lang="en-US" sz="1700" b="1" kern="1200" dirty="0">
            <a:solidFill>
              <a:schemeClr val="tx1"/>
            </a:solidFill>
          </a:endParaRPr>
        </a:p>
      </dsp:txBody>
      <dsp:txXfrm>
        <a:off x="4481521" y="332250"/>
        <a:ext cx="1727955" cy="837908"/>
      </dsp:txXfrm>
    </dsp:sp>
    <dsp:sp modelId="{693CD349-C93C-4647-B3FA-BEA344E606DA}">
      <dsp:nvSpPr>
        <dsp:cNvPr id="0" name=""/>
        <dsp:cNvSpPr/>
      </dsp:nvSpPr>
      <dsp:spPr>
        <a:xfrm>
          <a:off x="4633462" y="1196228"/>
          <a:ext cx="178009" cy="667534"/>
        </a:xfrm>
        <a:custGeom>
          <a:avLst/>
          <a:gdLst/>
          <a:ahLst/>
          <a:cxnLst/>
          <a:rect l="0" t="0" r="0" b="0"/>
          <a:pathLst>
            <a:path>
              <a:moveTo>
                <a:pt x="0" y="0"/>
              </a:moveTo>
              <a:lnTo>
                <a:pt x="0" y="667534"/>
              </a:lnTo>
              <a:lnTo>
                <a:pt x="178009" y="66753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32A39C-C47C-4BCA-B481-EDEAABFF2E24}">
      <dsp:nvSpPr>
        <dsp:cNvPr id="0" name=""/>
        <dsp:cNvSpPr/>
      </dsp:nvSpPr>
      <dsp:spPr>
        <a:xfrm>
          <a:off x="4811471" y="1418740"/>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Video stream input processing</a:t>
          </a:r>
          <a:endParaRPr lang="en-US" sz="1200" kern="1200"/>
        </a:p>
      </dsp:txBody>
      <dsp:txXfrm>
        <a:off x="4837540" y="1444809"/>
        <a:ext cx="1371936" cy="837908"/>
      </dsp:txXfrm>
    </dsp:sp>
    <dsp:sp modelId="{F5B12584-FCD8-4D01-9F43-A29D12E80002}">
      <dsp:nvSpPr>
        <dsp:cNvPr id="0" name=""/>
        <dsp:cNvSpPr/>
      </dsp:nvSpPr>
      <dsp:spPr>
        <a:xfrm>
          <a:off x="4633462" y="1196228"/>
          <a:ext cx="178009" cy="1780093"/>
        </a:xfrm>
        <a:custGeom>
          <a:avLst/>
          <a:gdLst/>
          <a:ahLst/>
          <a:cxnLst/>
          <a:rect l="0" t="0" r="0" b="0"/>
          <a:pathLst>
            <a:path>
              <a:moveTo>
                <a:pt x="0" y="0"/>
              </a:moveTo>
              <a:lnTo>
                <a:pt x="0" y="1780093"/>
              </a:lnTo>
              <a:lnTo>
                <a:pt x="178009" y="17800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2B738A-5948-447A-B2CD-5504160BC6FB}">
      <dsp:nvSpPr>
        <dsp:cNvPr id="0" name=""/>
        <dsp:cNvSpPr/>
      </dsp:nvSpPr>
      <dsp:spPr>
        <a:xfrm>
          <a:off x="4811471" y="2531298"/>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Live inference pipeline</a:t>
          </a:r>
          <a:endParaRPr lang="en-US" sz="1200" kern="1200"/>
        </a:p>
      </dsp:txBody>
      <dsp:txXfrm>
        <a:off x="4837540" y="2557367"/>
        <a:ext cx="1371936" cy="837908"/>
      </dsp:txXfrm>
    </dsp:sp>
    <dsp:sp modelId="{C423B006-17EB-4816-B6AB-A6D0632F446A}">
      <dsp:nvSpPr>
        <dsp:cNvPr id="0" name=""/>
        <dsp:cNvSpPr/>
      </dsp:nvSpPr>
      <dsp:spPr>
        <a:xfrm>
          <a:off x="4633462" y="1196228"/>
          <a:ext cx="178009" cy="2892651"/>
        </a:xfrm>
        <a:custGeom>
          <a:avLst/>
          <a:gdLst/>
          <a:ahLst/>
          <a:cxnLst/>
          <a:rect l="0" t="0" r="0" b="0"/>
          <a:pathLst>
            <a:path>
              <a:moveTo>
                <a:pt x="0" y="0"/>
              </a:moveTo>
              <a:lnTo>
                <a:pt x="0" y="2892651"/>
              </a:lnTo>
              <a:lnTo>
                <a:pt x="178009" y="28926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8557BA-F939-4BC4-9528-32446F35495A}">
      <dsp:nvSpPr>
        <dsp:cNvPr id="0" name=""/>
        <dsp:cNvSpPr/>
      </dsp:nvSpPr>
      <dsp:spPr>
        <a:xfrm>
          <a:off x="4811471" y="3643856"/>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Bounding box overlay generation</a:t>
          </a:r>
          <a:endParaRPr lang="en-US" sz="1200" kern="1200"/>
        </a:p>
      </dsp:txBody>
      <dsp:txXfrm>
        <a:off x="4837540" y="3669925"/>
        <a:ext cx="1371936" cy="837908"/>
      </dsp:txXfrm>
    </dsp:sp>
    <dsp:sp modelId="{C045887A-1C77-4AF3-B6A6-0339EFF5A12B}">
      <dsp:nvSpPr>
        <dsp:cNvPr id="0" name=""/>
        <dsp:cNvSpPr/>
      </dsp:nvSpPr>
      <dsp:spPr>
        <a:xfrm>
          <a:off x="6680569" y="306181"/>
          <a:ext cx="1780093" cy="890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solidFill>
                <a:schemeClr val="tx1"/>
              </a:solidFill>
            </a:rPr>
            <a:t>4. Alert System Module:</a:t>
          </a:r>
          <a:endParaRPr lang="en-US" sz="1700" b="1" kern="1200" dirty="0">
            <a:solidFill>
              <a:schemeClr val="tx1"/>
            </a:solidFill>
          </a:endParaRPr>
        </a:p>
      </dsp:txBody>
      <dsp:txXfrm>
        <a:off x="6706638" y="332250"/>
        <a:ext cx="1727955" cy="837908"/>
      </dsp:txXfrm>
    </dsp:sp>
    <dsp:sp modelId="{24D3C226-6D84-490B-8C4E-9367E1495AB9}">
      <dsp:nvSpPr>
        <dsp:cNvPr id="0" name=""/>
        <dsp:cNvSpPr/>
      </dsp:nvSpPr>
      <dsp:spPr>
        <a:xfrm>
          <a:off x="6858578" y="1196228"/>
          <a:ext cx="178009" cy="667534"/>
        </a:xfrm>
        <a:custGeom>
          <a:avLst/>
          <a:gdLst/>
          <a:ahLst/>
          <a:cxnLst/>
          <a:rect l="0" t="0" r="0" b="0"/>
          <a:pathLst>
            <a:path>
              <a:moveTo>
                <a:pt x="0" y="0"/>
              </a:moveTo>
              <a:lnTo>
                <a:pt x="0" y="667534"/>
              </a:lnTo>
              <a:lnTo>
                <a:pt x="178009" y="66753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29FEA4-EC1B-47C7-92E4-2E9FF34640B6}">
      <dsp:nvSpPr>
        <dsp:cNvPr id="0" name=""/>
        <dsp:cNvSpPr/>
      </dsp:nvSpPr>
      <dsp:spPr>
        <a:xfrm>
          <a:off x="7036587" y="1418740"/>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Violation detection logic</a:t>
          </a:r>
          <a:endParaRPr lang="en-US" sz="1200" kern="1200"/>
        </a:p>
      </dsp:txBody>
      <dsp:txXfrm>
        <a:off x="7062656" y="1444809"/>
        <a:ext cx="1371936" cy="837908"/>
      </dsp:txXfrm>
    </dsp:sp>
    <dsp:sp modelId="{FC736F02-87A8-4A46-8A4D-62C9A0EE552E}">
      <dsp:nvSpPr>
        <dsp:cNvPr id="0" name=""/>
        <dsp:cNvSpPr/>
      </dsp:nvSpPr>
      <dsp:spPr>
        <a:xfrm>
          <a:off x="6858578" y="1196228"/>
          <a:ext cx="178009" cy="1780093"/>
        </a:xfrm>
        <a:custGeom>
          <a:avLst/>
          <a:gdLst/>
          <a:ahLst/>
          <a:cxnLst/>
          <a:rect l="0" t="0" r="0" b="0"/>
          <a:pathLst>
            <a:path>
              <a:moveTo>
                <a:pt x="0" y="0"/>
              </a:moveTo>
              <a:lnTo>
                <a:pt x="0" y="1780093"/>
              </a:lnTo>
              <a:lnTo>
                <a:pt x="178009" y="17800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66A1AC-8B1C-433F-939D-AFA1CE5A3B9C}">
      <dsp:nvSpPr>
        <dsp:cNvPr id="0" name=""/>
        <dsp:cNvSpPr/>
      </dsp:nvSpPr>
      <dsp:spPr>
        <a:xfrm>
          <a:off x="7036587" y="2531298"/>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Multi-channel notifications</a:t>
          </a:r>
          <a:endParaRPr lang="en-US" sz="1200" kern="1200"/>
        </a:p>
      </dsp:txBody>
      <dsp:txXfrm>
        <a:off x="7062656" y="2557367"/>
        <a:ext cx="1371936" cy="837908"/>
      </dsp:txXfrm>
    </dsp:sp>
    <dsp:sp modelId="{87710ABC-0234-400C-AB90-AA312F553A76}">
      <dsp:nvSpPr>
        <dsp:cNvPr id="0" name=""/>
        <dsp:cNvSpPr/>
      </dsp:nvSpPr>
      <dsp:spPr>
        <a:xfrm>
          <a:off x="6858578" y="1196228"/>
          <a:ext cx="178009" cy="2892651"/>
        </a:xfrm>
        <a:custGeom>
          <a:avLst/>
          <a:gdLst/>
          <a:ahLst/>
          <a:cxnLst/>
          <a:rect l="0" t="0" r="0" b="0"/>
          <a:pathLst>
            <a:path>
              <a:moveTo>
                <a:pt x="0" y="0"/>
              </a:moveTo>
              <a:lnTo>
                <a:pt x="0" y="2892651"/>
              </a:lnTo>
              <a:lnTo>
                <a:pt x="178009" y="28926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2F9612-85A2-4263-B8D5-1101F8FA50CF}">
      <dsp:nvSpPr>
        <dsp:cNvPr id="0" name=""/>
        <dsp:cNvSpPr/>
      </dsp:nvSpPr>
      <dsp:spPr>
        <a:xfrm>
          <a:off x="7036587" y="3643856"/>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Alert logging and tracking</a:t>
          </a:r>
          <a:endParaRPr lang="en-US" sz="1200" kern="1200"/>
        </a:p>
      </dsp:txBody>
      <dsp:txXfrm>
        <a:off x="7062656" y="3669925"/>
        <a:ext cx="1371936" cy="837908"/>
      </dsp:txXfrm>
    </dsp:sp>
    <dsp:sp modelId="{1C29C838-CE7D-4EC6-918C-9DE9F9C43974}">
      <dsp:nvSpPr>
        <dsp:cNvPr id="0" name=""/>
        <dsp:cNvSpPr/>
      </dsp:nvSpPr>
      <dsp:spPr>
        <a:xfrm>
          <a:off x="8905685" y="306181"/>
          <a:ext cx="1780093" cy="890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solidFill>
                <a:schemeClr val="tx1"/>
              </a:solidFill>
            </a:rPr>
            <a:t>5. Dashboard Module:</a:t>
          </a:r>
          <a:endParaRPr lang="en-US" sz="1700" b="1" kern="1200" dirty="0">
            <a:solidFill>
              <a:schemeClr val="tx1"/>
            </a:solidFill>
          </a:endParaRPr>
        </a:p>
      </dsp:txBody>
      <dsp:txXfrm>
        <a:off x="8931754" y="332250"/>
        <a:ext cx="1727955" cy="837908"/>
      </dsp:txXfrm>
    </dsp:sp>
    <dsp:sp modelId="{F4626947-8FDD-436A-8972-8F4F18F53C7A}">
      <dsp:nvSpPr>
        <dsp:cNvPr id="0" name=""/>
        <dsp:cNvSpPr/>
      </dsp:nvSpPr>
      <dsp:spPr>
        <a:xfrm>
          <a:off x="9083694" y="1196228"/>
          <a:ext cx="178009" cy="667534"/>
        </a:xfrm>
        <a:custGeom>
          <a:avLst/>
          <a:gdLst/>
          <a:ahLst/>
          <a:cxnLst/>
          <a:rect l="0" t="0" r="0" b="0"/>
          <a:pathLst>
            <a:path>
              <a:moveTo>
                <a:pt x="0" y="0"/>
              </a:moveTo>
              <a:lnTo>
                <a:pt x="0" y="667534"/>
              </a:lnTo>
              <a:lnTo>
                <a:pt x="178009" y="66753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8FDA6C-B44D-4A94-B16B-1F240049DF02}">
      <dsp:nvSpPr>
        <dsp:cNvPr id="0" name=""/>
        <dsp:cNvSpPr/>
      </dsp:nvSpPr>
      <dsp:spPr>
        <a:xfrm>
          <a:off x="9261704" y="1418740"/>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Live video display with overlays</a:t>
          </a:r>
          <a:endParaRPr lang="en-US" sz="1200" kern="1200"/>
        </a:p>
      </dsp:txBody>
      <dsp:txXfrm>
        <a:off x="9287773" y="1444809"/>
        <a:ext cx="1371936" cy="837908"/>
      </dsp:txXfrm>
    </dsp:sp>
    <dsp:sp modelId="{9FEA6FE0-BFD9-4F56-85CC-BC93FD729DBD}">
      <dsp:nvSpPr>
        <dsp:cNvPr id="0" name=""/>
        <dsp:cNvSpPr/>
      </dsp:nvSpPr>
      <dsp:spPr>
        <a:xfrm>
          <a:off x="9083694" y="1196228"/>
          <a:ext cx="178009" cy="1780093"/>
        </a:xfrm>
        <a:custGeom>
          <a:avLst/>
          <a:gdLst/>
          <a:ahLst/>
          <a:cxnLst/>
          <a:rect l="0" t="0" r="0" b="0"/>
          <a:pathLst>
            <a:path>
              <a:moveTo>
                <a:pt x="0" y="0"/>
              </a:moveTo>
              <a:lnTo>
                <a:pt x="0" y="1780093"/>
              </a:lnTo>
              <a:lnTo>
                <a:pt x="178009" y="17800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BB3F6B-C886-49BA-BFD2-58A08ECCE52F}">
      <dsp:nvSpPr>
        <dsp:cNvPr id="0" name=""/>
        <dsp:cNvSpPr/>
      </dsp:nvSpPr>
      <dsp:spPr>
        <a:xfrm>
          <a:off x="9261704" y="2531298"/>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a:t>Compliance statistics visualization</a:t>
          </a:r>
          <a:endParaRPr lang="en-US" sz="1200" kern="1200"/>
        </a:p>
      </dsp:txBody>
      <dsp:txXfrm>
        <a:off x="9287773" y="2557367"/>
        <a:ext cx="1371936" cy="837908"/>
      </dsp:txXfrm>
    </dsp:sp>
    <dsp:sp modelId="{FC01A24B-7032-4E28-89B8-2EA86D64AFB5}">
      <dsp:nvSpPr>
        <dsp:cNvPr id="0" name=""/>
        <dsp:cNvSpPr/>
      </dsp:nvSpPr>
      <dsp:spPr>
        <a:xfrm>
          <a:off x="9083694" y="1196228"/>
          <a:ext cx="178009" cy="2892651"/>
        </a:xfrm>
        <a:custGeom>
          <a:avLst/>
          <a:gdLst/>
          <a:ahLst/>
          <a:cxnLst/>
          <a:rect l="0" t="0" r="0" b="0"/>
          <a:pathLst>
            <a:path>
              <a:moveTo>
                <a:pt x="0" y="0"/>
              </a:moveTo>
              <a:lnTo>
                <a:pt x="0" y="2892651"/>
              </a:lnTo>
              <a:lnTo>
                <a:pt x="178009" y="28926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31FCA2-2CE4-48A1-9133-CF0F99BB93F8}">
      <dsp:nvSpPr>
        <dsp:cNvPr id="0" name=""/>
        <dsp:cNvSpPr/>
      </dsp:nvSpPr>
      <dsp:spPr>
        <a:xfrm>
          <a:off x="9261704" y="3643856"/>
          <a:ext cx="1424074" cy="890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baseline="0" dirty="0"/>
            <a:t>Historical violation data</a:t>
          </a:r>
          <a:endParaRPr lang="en-US" sz="1200" kern="1200" dirty="0"/>
        </a:p>
      </dsp:txBody>
      <dsp:txXfrm>
        <a:off x="9287773" y="3669925"/>
        <a:ext cx="1371936" cy="8379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15B087-6B60-43D7-9458-7C48B40F3245}">
      <dsp:nvSpPr>
        <dsp:cNvPr id="0" name=""/>
        <dsp:cNvSpPr/>
      </dsp:nvSpPr>
      <dsp:spPr>
        <a:xfrm>
          <a:off x="7357390" y="1083887"/>
          <a:ext cx="1666427" cy="289214"/>
        </a:xfrm>
        <a:custGeom>
          <a:avLst/>
          <a:gdLst/>
          <a:ahLst/>
          <a:cxnLst/>
          <a:rect l="0" t="0" r="0" b="0"/>
          <a:pathLst>
            <a:path>
              <a:moveTo>
                <a:pt x="0" y="0"/>
              </a:moveTo>
              <a:lnTo>
                <a:pt x="0" y="144607"/>
              </a:lnTo>
              <a:lnTo>
                <a:pt x="1666427" y="144607"/>
              </a:lnTo>
              <a:lnTo>
                <a:pt x="1666427"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D4B69EA-B57E-418B-BD0D-B0DB63FA8D43}">
      <dsp:nvSpPr>
        <dsp:cNvPr id="0" name=""/>
        <dsp:cNvSpPr/>
      </dsp:nvSpPr>
      <dsp:spPr>
        <a:xfrm>
          <a:off x="7311670" y="1083887"/>
          <a:ext cx="91440" cy="289214"/>
        </a:xfrm>
        <a:custGeom>
          <a:avLst/>
          <a:gdLst/>
          <a:ahLst/>
          <a:cxnLst/>
          <a:rect l="0" t="0" r="0" b="0"/>
          <a:pathLst>
            <a:path>
              <a:moveTo>
                <a:pt x="45720" y="0"/>
              </a:moveTo>
              <a:lnTo>
                <a:pt x="45720"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625F4B-DCA7-4B23-AF4C-F1BDA89EE9BE}">
      <dsp:nvSpPr>
        <dsp:cNvPr id="0" name=""/>
        <dsp:cNvSpPr/>
      </dsp:nvSpPr>
      <dsp:spPr>
        <a:xfrm>
          <a:off x="5690963" y="1083887"/>
          <a:ext cx="1666427" cy="289214"/>
        </a:xfrm>
        <a:custGeom>
          <a:avLst/>
          <a:gdLst/>
          <a:ahLst/>
          <a:cxnLst/>
          <a:rect l="0" t="0" r="0" b="0"/>
          <a:pathLst>
            <a:path>
              <a:moveTo>
                <a:pt x="1666427" y="0"/>
              </a:moveTo>
              <a:lnTo>
                <a:pt x="1666427" y="144607"/>
              </a:lnTo>
              <a:lnTo>
                <a:pt x="0" y="144607"/>
              </a:lnTo>
              <a:lnTo>
                <a:pt x="0"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BF853F-A50B-439D-92E5-25A8D631EA51}">
      <dsp:nvSpPr>
        <dsp:cNvPr id="0" name=""/>
        <dsp:cNvSpPr/>
      </dsp:nvSpPr>
      <dsp:spPr>
        <a:xfrm>
          <a:off x="2358109" y="1083887"/>
          <a:ext cx="1666427" cy="289214"/>
        </a:xfrm>
        <a:custGeom>
          <a:avLst/>
          <a:gdLst/>
          <a:ahLst/>
          <a:cxnLst/>
          <a:rect l="0" t="0" r="0" b="0"/>
          <a:pathLst>
            <a:path>
              <a:moveTo>
                <a:pt x="0" y="0"/>
              </a:moveTo>
              <a:lnTo>
                <a:pt x="0" y="144607"/>
              </a:lnTo>
              <a:lnTo>
                <a:pt x="1666427" y="144607"/>
              </a:lnTo>
              <a:lnTo>
                <a:pt x="1666427"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104E33-25FC-47BF-908A-E236D17831AC}">
      <dsp:nvSpPr>
        <dsp:cNvPr id="0" name=""/>
        <dsp:cNvSpPr/>
      </dsp:nvSpPr>
      <dsp:spPr>
        <a:xfrm>
          <a:off x="2312389" y="1083887"/>
          <a:ext cx="91440" cy="289214"/>
        </a:xfrm>
        <a:custGeom>
          <a:avLst/>
          <a:gdLst/>
          <a:ahLst/>
          <a:cxnLst/>
          <a:rect l="0" t="0" r="0" b="0"/>
          <a:pathLst>
            <a:path>
              <a:moveTo>
                <a:pt x="45720" y="0"/>
              </a:moveTo>
              <a:lnTo>
                <a:pt x="45720"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E3A9F3-F79D-42CC-BD77-88BD153F1768}">
      <dsp:nvSpPr>
        <dsp:cNvPr id="0" name=""/>
        <dsp:cNvSpPr/>
      </dsp:nvSpPr>
      <dsp:spPr>
        <a:xfrm>
          <a:off x="691682" y="1083887"/>
          <a:ext cx="1666427" cy="289214"/>
        </a:xfrm>
        <a:custGeom>
          <a:avLst/>
          <a:gdLst/>
          <a:ahLst/>
          <a:cxnLst/>
          <a:rect l="0" t="0" r="0" b="0"/>
          <a:pathLst>
            <a:path>
              <a:moveTo>
                <a:pt x="1666427" y="0"/>
              </a:moveTo>
              <a:lnTo>
                <a:pt x="1666427" y="144607"/>
              </a:lnTo>
              <a:lnTo>
                <a:pt x="0" y="144607"/>
              </a:lnTo>
              <a:lnTo>
                <a:pt x="0"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402730-6340-4694-BF60-AC8C526A4676}">
      <dsp:nvSpPr>
        <dsp:cNvPr id="0" name=""/>
        <dsp:cNvSpPr/>
      </dsp:nvSpPr>
      <dsp:spPr>
        <a:xfrm>
          <a:off x="1669503" y="395280"/>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1. Real-time Detection:</a:t>
          </a:r>
        </a:p>
      </dsp:txBody>
      <dsp:txXfrm>
        <a:off x="1669503" y="395280"/>
        <a:ext cx="1377212" cy="688606"/>
      </dsp:txXfrm>
    </dsp:sp>
    <dsp:sp modelId="{01541818-3688-41DB-B4BC-8547F6288EFC}">
      <dsp:nvSpPr>
        <dsp:cNvPr id="0" name=""/>
        <dsp:cNvSpPr/>
      </dsp:nvSpPr>
      <dsp:spPr>
        <a:xfrm>
          <a:off x="3076" y="1373101"/>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Live video stream analysis</a:t>
          </a:r>
        </a:p>
      </dsp:txBody>
      <dsp:txXfrm>
        <a:off x="3076" y="1373101"/>
        <a:ext cx="1377212" cy="688606"/>
      </dsp:txXfrm>
    </dsp:sp>
    <dsp:sp modelId="{50697104-F58A-43AA-B01F-8F61ACA4293B}">
      <dsp:nvSpPr>
        <dsp:cNvPr id="0" name=""/>
        <dsp:cNvSpPr/>
      </dsp:nvSpPr>
      <dsp:spPr>
        <a:xfrm>
          <a:off x="1669503" y="1373101"/>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Frame-by-frame PPE identification</a:t>
          </a:r>
        </a:p>
      </dsp:txBody>
      <dsp:txXfrm>
        <a:off x="1669503" y="1373101"/>
        <a:ext cx="1377212" cy="688606"/>
      </dsp:txXfrm>
    </dsp:sp>
    <dsp:sp modelId="{4845C22B-2762-4C29-8B0C-79CBF5C04184}">
      <dsp:nvSpPr>
        <dsp:cNvPr id="0" name=""/>
        <dsp:cNvSpPr/>
      </dsp:nvSpPr>
      <dsp:spPr>
        <a:xfrm>
          <a:off x="3335930" y="1373101"/>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Instant violation flagging</a:t>
          </a:r>
        </a:p>
      </dsp:txBody>
      <dsp:txXfrm>
        <a:off x="3335930" y="1373101"/>
        <a:ext cx="1377212" cy="688606"/>
      </dsp:txXfrm>
    </dsp:sp>
    <dsp:sp modelId="{57A0328A-C8EA-47A3-8FCC-129B580C1905}">
      <dsp:nvSpPr>
        <dsp:cNvPr id="0" name=""/>
        <dsp:cNvSpPr/>
      </dsp:nvSpPr>
      <dsp:spPr>
        <a:xfrm>
          <a:off x="6668784" y="395280"/>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2. Smart Alerting:</a:t>
          </a:r>
        </a:p>
      </dsp:txBody>
      <dsp:txXfrm>
        <a:off x="6668784" y="395280"/>
        <a:ext cx="1377212" cy="688606"/>
      </dsp:txXfrm>
    </dsp:sp>
    <dsp:sp modelId="{3FF27D33-87B8-410F-B676-4774A1E88A5F}">
      <dsp:nvSpPr>
        <dsp:cNvPr id="0" name=""/>
        <dsp:cNvSpPr/>
      </dsp:nvSpPr>
      <dsp:spPr>
        <a:xfrm>
          <a:off x="5002357" y="1373101"/>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Email notifications for violations</a:t>
          </a:r>
        </a:p>
      </dsp:txBody>
      <dsp:txXfrm>
        <a:off x="5002357" y="1373101"/>
        <a:ext cx="1377212" cy="688606"/>
      </dsp:txXfrm>
    </dsp:sp>
    <dsp:sp modelId="{33048EB5-C073-44EE-AE45-E5424B985192}">
      <dsp:nvSpPr>
        <dsp:cNvPr id="0" name=""/>
        <dsp:cNvSpPr/>
      </dsp:nvSpPr>
      <dsp:spPr>
        <a:xfrm>
          <a:off x="6668784" y="1373101"/>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Dashboard popup alerts</a:t>
          </a:r>
        </a:p>
      </dsp:txBody>
      <dsp:txXfrm>
        <a:off x="6668784" y="1373101"/>
        <a:ext cx="1377212" cy="688606"/>
      </dsp:txXfrm>
    </dsp:sp>
    <dsp:sp modelId="{D606DCB7-8068-4D5E-9DF2-7ED5153EC9D4}">
      <dsp:nvSpPr>
        <dsp:cNvPr id="0" name=""/>
        <dsp:cNvSpPr/>
      </dsp:nvSpPr>
      <dsp:spPr>
        <a:xfrm>
          <a:off x="8335211" y="1373101"/>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Violation severity classification</a:t>
          </a:r>
        </a:p>
      </dsp:txBody>
      <dsp:txXfrm>
        <a:off x="8335211" y="1373101"/>
        <a:ext cx="1377212" cy="6886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D08749-68DB-45B6-9FB8-0E3A74163B3F}">
      <dsp:nvSpPr>
        <dsp:cNvPr id="0" name=""/>
        <dsp:cNvSpPr/>
      </dsp:nvSpPr>
      <dsp:spPr>
        <a:xfrm>
          <a:off x="7357390" y="941243"/>
          <a:ext cx="1666427" cy="289214"/>
        </a:xfrm>
        <a:custGeom>
          <a:avLst/>
          <a:gdLst/>
          <a:ahLst/>
          <a:cxnLst/>
          <a:rect l="0" t="0" r="0" b="0"/>
          <a:pathLst>
            <a:path>
              <a:moveTo>
                <a:pt x="0" y="0"/>
              </a:moveTo>
              <a:lnTo>
                <a:pt x="0" y="144607"/>
              </a:lnTo>
              <a:lnTo>
                <a:pt x="1666427" y="144607"/>
              </a:lnTo>
              <a:lnTo>
                <a:pt x="1666427"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CA8740-D9DE-4BBC-83FE-EC8B9C718154}">
      <dsp:nvSpPr>
        <dsp:cNvPr id="0" name=""/>
        <dsp:cNvSpPr/>
      </dsp:nvSpPr>
      <dsp:spPr>
        <a:xfrm>
          <a:off x="7311670" y="941243"/>
          <a:ext cx="91440" cy="289214"/>
        </a:xfrm>
        <a:custGeom>
          <a:avLst/>
          <a:gdLst/>
          <a:ahLst/>
          <a:cxnLst/>
          <a:rect l="0" t="0" r="0" b="0"/>
          <a:pathLst>
            <a:path>
              <a:moveTo>
                <a:pt x="45720" y="0"/>
              </a:moveTo>
              <a:lnTo>
                <a:pt x="45720"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561C56-86D6-42DC-81F7-0AFAFDD2CD90}">
      <dsp:nvSpPr>
        <dsp:cNvPr id="0" name=""/>
        <dsp:cNvSpPr/>
      </dsp:nvSpPr>
      <dsp:spPr>
        <a:xfrm>
          <a:off x="5690963" y="941243"/>
          <a:ext cx="1666427" cy="289214"/>
        </a:xfrm>
        <a:custGeom>
          <a:avLst/>
          <a:gdLst/>
          <a:ahLst/>
          <a:cxnLst/>
          <a:rect l="0" t="0" r="0" b="0"/>
          <a:pathLst>
            <a:path>
              <a:moveTo>
                <a:pt x="1666427" y="0"/>
              </a:moveTo>
              <a:lnTo>
                <a:pt x="1666427" y="144607"/>
              </a:lnTo>
              <a:lnTo>
                <a:pt x="0" y="144607"/>
              </a:lnTo>
              <a:lnTo>
                <a:pt x="0"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573B8F-583B-43F7-AE66-F8335E70271D}">
      <dsp:nvSpPr>
        <dsp:cNvPr id="0" name=""/>
        <dsp:cNvSpPr/>
      </dsp:nvSpPr>
      <dsp:spPr>
        <a:xfrm>
          <a:off x="2358109" y="941243"/>
          <a:ext cx="1666427" cy="289214"/>
        </a:xfrm>
        <a:custGeom>
          <a:avLst/>
          <a:gdLst/>
          <a:ahLst/>
          <a:cxnLst/>
          <a:rect l="0" t="0" r="0" b="0"/>
          <a:pathLst>
            <a:path>
              <a:moveTo>
                <a:pt x="0" y="0"/>
              </a:moveTo>
              <a:lnTo>
                <a:pt x="0" y="144607"/>
              </a:lnTo>
              <a:lnTo>
                <a:pt x="1666427" y="144607"/>
              </a:lnTo>
              <a:lnTo>
                <a:pt x="1666427"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99F6A8-5F97-4496-9604-71AD85A985C8}">
      <dsp:nvSpPr>
        <dsp:cNvPr id="0" name=""/>
        <dsp:cNvSpPr/>
      </dsp:nvSpPr>
      <dsp:spPr>
        <a:xfrm>
          <a:off x="2312389" y="941243"/>
          <a:ext cx="91440" cy="289214"/>
        </a:xfrm>
        <a:custGeom>
          <a:avLst/>
          <a:gdLst/>
          <a:ahLst/>
          <a:cxnLst/>
          <a:rect l="0" t="0" r="0" b="0"/>
          <a:pathLst>
            <a:path>
              <a:moveTo>
                <a:pt x="45720" y="0"/>
              </a:moveTo>
              <a:lnTo>
                <a:pt x="45720"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7BE166-F528-4549-BBC8-0827C9EA1C2F}">
      <dsp:nvSpPr>
        <dsp:cNvPr id="0" name=""/>
        <dsp:cNvSpPr/>
      </dsp:nvSpPr>
      <dsp:spPr>
        <a:xfrm>
          <a:off x="691682" y="941243"/>
          <a:ext cx="1666427" cy="289214"/>
        </a:xfrm>
        <a:custGeom>
          <a:avLst/>
          <a:gdLst/>
          <a:ahLst/>
          <a:cxnLst/>
          <a:rect l="0" t="0" r="0" b="0"/>
          <a:pathLst>
            <a:path>
              <a:moveTo>
                <a:pt x="1666427" y="0"/>
              </a:moveTo>
              <a:lnTo>
                <a:pt x="1666427" y="144607"/>
              </a:lnTo>
              <a:lnTo>
                <a:pt x="0" y="144607"/>
              </a:lnTo>
              <a:lnTo>
                <a:pt x="0" y="289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A59DBB-53A6-454B-8608-8C8A2C05AFD6}">
      <dsp:nvSpPr>
        <dsp:cNvPr id="0" name=""/>
        <dsp:cNvSpPr/>
      </dsp:nvSpPr>
      <dsp:spPr>
        <a:xfrm>
          <a:off x="1669503" y="252636"/>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3. Comprehensive Reporting:</a:t>
          </a:r>
        </a:p>
      </dsp:txBody>
      <dsp:txXfrm>
        <a:off x="1669503" y="252636"/>
        <a:ext cx="1377212" cy="688606"/>
      </dsp:txXfrm>
    </dsp:sp>
    <dsp:sp modelId="{4CCC432F-3C4B-455C-8F1E-7E9CF03EA0DF}">
      <dsp:nvSpPr>
        <dsp:cNvPr id="0" name=""/>
        <dsp:cNvSpPr/>
      </dsp:nvSpPr>
      <dsp:spPr>
        <a:xfrm>
          <a:off x="3076" y="1230457"/>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Compliance statistics dashboard</a:t>
          </a:r>
        </a:p>
      </dsp:txBody>
      <dsp:txXfrm>
        <a:off x="3076" y="1230457"/>
        <a:ext cx="1377212" cy="688606"/>
      </dsp:txXfrm>
    </dsp:sp>
    <dsp:sp modelId="{697CE60E-133A-449C-8482-20240A344E00}">
      <dsp:nvSpPr>
        <dsp:cNvPr id="0" name=""/>
        <dsp:cNvSpPr/>
      </dsp:nvSpPr>
      <dsp:spPr>
        <a:xfrm>
          <a:off x="1669503" y="1230457"/>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Downloadable violation logs</a:t>
          </a:r>
        </a:p>
      </dsp:txBody>
      <dsp:txXfrm>
        <a:off x="1669503" y="1230457"/>
        <a:ext cx="1377212" cy="688606"/>
      </dsp:txXfrm>
    </dsp:sp>
    <dsp:sp modelId="{9295734C-6FDE-44A0-AD5C-E5001EA14C3F}">
      <dsp:nvSpPr>
        <dsp:cNvPr id="0" name=""/>
        <dsp:cNvSpPr/>
      </dsp:nvSpPr>
      <dsp:spPr>
        <a:xfrm>
          <a:off x="3335930" y="1230457"/>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Historical trend analysis</a:t>
          </a:r>
        </a:p>
      </dsp:txBody>
      <dsp:txXfrm>
        <a:off x="3335930" y="1230457"/>
        <a:ext cx="1377212" cy="688606"/>
      </dsp:txXfrm>
    </dsp:sp>
    <dsp:sp modelId="{5AE4C3F0-A6D6-4E2F-A487-CD9130D3312A}">
      <dsp:nvSpPr>
        <dsp:cNvPr id="0" name=""/>
        <dsp:cNvSpPr/>
      </dsp:nvSpPr>
      <dsp:spPr>
        <a:xfrm>
          <a:off x="6668784" y="252636"/>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4. User-friendly Interface:</a:t>
          </a:r>
        </a:p>
      </dsp:txBody>
      <dsp:txXfrm>
        <a:off x="6668784" y="252636"/>
        <a:ext cx="1377212" cy="688606"/>
      </dsp:txXfrm>
    </dsp:sp>
    <dsp:sp modelId="{10253D4B-2588-4C96-A1AE-818B0A9A5F9D}">
      <dsp:nvSpPr>
        <dsp:cNvPr id="0" name=""/>
        <dsp:cNvSpPr/>
      </dsp:nvSpPr>
      <dsp:spPr>
        <a:xfrm>
          <a:off x="5002357" y="1230457"/>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Intuitive Streamlit web interface</a:t>
          </a:r>
        </a:p>
      </dsp:txBody>
      <dsp:txXfrm>
        <a:off x="5002357" y="1230457"/>
        <a:ext cx="1377212" cy="688606"/>
      </dsp:txXfrm>
    </dsp:sp>
    <dsp:sp modelId="{D150E86E-8492-467B-A92D-096E71358311}">
      <dsp:nvSpPr>
        <dsp:cNvPr id="0" name=""/>
        <dsp:cNvSpPr/>
      </dsp:nvSpPr>
      <dsp:spPr>
        <a:xfrm>
          <a:off x="6668784" y="1230457"/>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Live video feed with detection overlays</a:t>
          </a:r>
        </a:p>
      </dsp:txBody>
      <dsp:txXfrm>
        <a:off x="6668784" y="1230457"/>
        <a:ext cx="1377212" cy="688606"/>
      </dsp:txXfrm>
    </dsp:sp>
    <dsp:sp modelId="{78C90D13-8B64-48BA-A323-76F894FB7461}">
      <dsp:nvSpPr>
        <dsp:cNvPr id="0" name=""/>
        <dsp:cNvSpPr/>
      </dsp:nvSpPr>
      <dsp:spPr>
        <a:xfrm>
          <a:off x="8335211" y="1230457"/>
          <a:ext cx="1377212" cy="6886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Administrative controls and settings</a:t>
          </a:r>
        </a:p>
      </dsp:txBody>
      <dsp:txXfrm>
        <a:off x="8335211" y="1230457"/>
        <a:ext cx="1377212" cy="688606"/>
      </dsp:txXfrm>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10/9/2025</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10/9/2025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61931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06378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71592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en-US"/>
              <a:t>Click to edit Master title style</a:t>
            </a:r>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4153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35964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047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21904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0.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0.png"/><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image" Target="../media/image20.png"/><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image" Target="../media/image21.webp"/><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9680-7C22-BFF1-165D-52AB411C0F66}"/>
              </a:ext>
            </a:extLst>
          </p:cNvPr>
          <p:cNvSpPr>
            <a:spLocks noGrp="1"/>
          </p:cNvSpPr>
          <p:nvPr>
            <p:ph type="title"/>
          </p:nvPr>
        </p:nvSpPr>
        <p:spPr>
          <a:xfrm>
            <a:off x="768096" y="1270185"/>
            <a:ext cx="5916168" cy="3291424"/>
          </a:xfrm>
        </p:spPr>
        <p:txBody>
          <a:bodyPr anchor="ctr">
            <a:normAutofit/>
          </a:bodyPr>
          <a:lstStyle/>
          <a:p>
            <a:pPr algn="ctr"/>
            <a:r>
              <a:rPr lang="en-US" sz="4400" b="1" cap="none" dirty="0" err="1">
                <a:solidFill>
                  <a:schemeClr val="tx1"/>
                </a:solidFill>
              </a:rPr>
              <a:t>SafetyEye</a:t>
            </a:r>
            <a:br>
              <a:rPr lang="en-US" sz="4400" cap="none" dirty="0"/>
            </a:br>
            <a:r>
              <a:rPr lang="en-US" sz="4400" cap="none" dirty="0"/>
              <a:t>Ai-Powered Workplace Occupancy &amp; Safety Monitor</a:t>
            </a:r>
          </a:p>
        </p:txBody>
      </p:sp>
      <p:sp>
        <p:nvSpPr>
          <p:cNvPr id="3" name="Text Placeholder 2">
            <a:extLst>
              <a:ext uri="{FF2B5EF4-FFF2-40B4-BE49-F238E27FC236}">
                <a16:creationId xmlns:a16="http://schemas.microsoft.com/office/drawing/2014/main" id="{302F459B-002E-E89C-3A0E-589730DD7197}"/>
              </a:ext>
            </a:extLst>
          </p:cNvPr>
          <p:cNvSpPr>
            <a:spLocks noGrp="1"/>
          </p:cNvSpPr>
          <p:nvPr>
            <p:ph type="body" sz="quarter" idx="10"/>
          </p:nvPr>
        </p:nvSpPr>
        <p:spPr>
          <a:xfrm>
            <a:off x="768096" y="4904510"/>
            <a:ext cx="5445668" cy="1005752"/>
          </a:xfrm>
        </p:spPr>
        <p:txBody>
          <a:bodyPr>
            <a:normAutofit/>
          </a:bodyPr>
          <a:lstStyle/>
          <a:p>
            <a:pPr algn="ctr">
              <a:lnSpc>
                <a:spcPct val="150000"/>
              </a:lnSpc>
            </a:pPr>
            <a:r>
              <a:rPr lang="en-US" sz="1800" b="1" dirty="0">
                <a:solidFill>
                  <a:schemeClr val="tx1"/>
                </a:solidFill>
              </a:rPr>
              <a:t>Team 8</a:t>
            </a:r>
            <a:br>
              <a:rPr lang="en-US" sz="1800" dirty="0"/>
            </a:br>
            <a:r>
              <a:rPr lang="en-US" sz="1800" dirty="0"/>
              <a:t>J Sneha, J Saketh, B Akshitha </a:t>
            </a:r>
          </a:p>
        </p:txBody>
      </p:sp>
      <p:pic>
        <p:nvPicPr>
          <p:cNvPr id="4" name="Image 0" descr="preencoded.png">
            <a:extLst>
              <a:ext uri="{FF2B5EF4-FFF2-40B4-BE49-F238E27FC236}">
                <a16:creationId xmlns:a16="http://schemas.microsoft.com/office/drawing/2014/main" id="{321E1604-8642-EA27-DD18-58A3B074D849}"/>
              </a:ext>
            </a:extLst>
          </p:cNvPr>
          <p:cNvPicPr>
            <a:picLocks noChangeAspect="1"/>
          </p:cNvPicPr>
          <p:nvPr/>
        </p:nvPicPr>
        <p:blipFill>
          <a:blip r:embed="rId2"/>
          <a:srcRect r="9777"/>
          <a:stretch>
            <a:fillRect/>
          </a:stretch>
        </p:blipFill>
        <p:spPr>
          <a:xfrm>
            <a:off x="8243454" y="0"/>
            <a:ext cx="3948546" cy="6876912"/>
          </a:xfrm>
          <a:prstGeom prst="rect">
            <a:avLst/>
          </a:prstGeom>
        </p:spPr>
      </p:pic>
      <p:pic>
        <p:nvPicPr>
          <p:cNvPr id="5" name="Picture 4" descr="Profile for Infosys Springboard">
            <a:extLst>
              <a:ext uri="{FF2B5EF4-FFF2-40B4-BE49-F238E27FC236}">
                <a16:creationId xmlns:a16="http://schemas.microsoft.com/office/drawing/2014/main" id="{E6FF9AAC-06FF-5FEB-DF59-EDCA0D3DD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43"/>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765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F76D-A0D2-8179-168C-8025D377329E}"/>
              </a:ext>
            </a:extLst>
          </p:cNvPr>
          <p:cNvSpPr>
            <a:spLocks noGrp="1"/>
          </p:cNvSpPr>
          <p:nvPr>
            <p:ph type="title"/>
          </p:nvPr>
        </p:nvSpPr>
        <p:spPr>
          <a:xfrm>
            <a:off x="768096" y="667512"/>
            <a:ext cx="3291840" cy="5513832"/>
          </a:xfrm>
        </p:spPr>
        <p:txBody>
          <a:bodyPr anchor="ctr"/>
          <a:lstStyle/>
          <a:p>
            <a:r>
              <a:rPr lang="en-US"/>
              <a:t>ABSTRACT</a:t>
            </a:r>
            <a:endParaRPr lang="en-US" dirty="0"/>
          </a:p>
        </p:txBody>
      </p:sp>
      <p:sp>
        <p:nvSpPr>
          <p:cNvPr id="3" name="Content Placeholder 2">
            <a:extLst>
              <a:ext uri="{FF2B5EF4-FFF2-40B4-BE49-F238E27FC236}">
                <a16:creationId xmlns:a16="http://schemas.microsoft.com/office/drawing/2014/main" id="{B16F5ACA-5B20-DED2-F6EA-E50B5B17F3AE}"/>
              </a:ext>
            </a:extLst>
          </p:cNvPr>
          <p:cNvSpPr>
            <a:spLocks noGrp="1"/>
          </p:cNvSpPr>
          <p:nvPr>
            <p:ph idx="1"/>
          </p:nvPr>
        </p:nvSpPr>
        <p:spPr>
          <a:xfrm>
            <a:off x="4675909" y="667512"/>
            <a:ext cx="4468091" cy="5568696"/>
          </a:xfrm>
        </p:spPr>
        <p:txBody>
          <a:bodyPr anchor="t">
            <a:normAutofit/>
          </a:bodyPr>
          <a:lstStyle/>
          <a:p>
            <a:r>
              <a:rPr lang="en-US" sz="1600" b="1" dirty="0">
                <a:solidFill>
                  <a:schemeClr val="tx1"/>
                </a:solidFill>
              </a:rPr>
              <a:t>Purpose:</a:t>
            </a:r>
            <a:br>
              <a:rPr lang="en-US" sz="1600" dirty="0"/>
            </a:br>
            <a:r>
              <a:rPr lang="en-US" sz="1600" dirty="0"/>
              <a:t>Develop an AI-based system that uses video surveillance feeds to monitor workplace occupancy levels and detect safety compliance violations in real-time.</a:t>
            </a:r>
          </a:p>
          <a:p>
            <a:r>
              <a:rPr lang="en-US" sz="1600" b="1" dirty="0">
                <a:solidFill>
                  <a:schemeClr val="tx1"/>
                </a:solidFill>
              </a:rPr>
              <a:t>Scope:</a:t>
            </a:r>
            <a:br>
              <a:rPr lang="en-US" sz="1600" dirty="0"/>
            </a:br>
            <a:r>
              <a:rPr lang="en-US" sz="1600" dirty="0"/>
              <a:t>The platform helps office and industrial space managers improve space utilization and ensure employees follow safety protocols such as wearing helmets, vests, and other PPE.</a:t>
            </a:r>
          </a:p>
          <a:p>
            <a:r>
              <a:rPr lang="en-US" sz="1600" b="1" dirty="0">
                <a:solidFill>
                  <a:schemeClr val="tx1"/>
                </a:solidFill>
              </a:rPr>
              <a:t>Key Innovation:</a:t>
            </a:r>
            <a:br>
              <a:rPr lang="en-US" sz="1600" dirty="0"/>
            </a:br>
            <a:r>
              <a:rPr lang="en-US" sz="1600" dirty="0"/>
              <a:t>Automated detection using YOLOv8 deep learning model trained specifically on construction site safety datasets.</a:t>
            </a:r>
          </a:p>
        </p:txBody>
      </p:sp>
      <p:sp>
        <p:nvSpPr>
          <p:cNvPr id="5" name="Slide Number Placeholder 4">
            <a:extLst>
              <a:ext uri="{FF2B5EF4-FFF2-40B4-BE49-F238E27FC236}">
                <a16:creationId xmlns:a16="http://schemas.microsoft.com/office/drawing/2014/main" id="{269330A5-9701-4D21-4CCC-742D1F9B425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a:t>
            </a:fld>
            <a:endParaRPr lang="en-US" dirty="0"/>
          </a:p>
        </p:txBody>
      </p:sp>
      <p:pic>
        <p:nvPicPr>
          <p:cNvPr id="4" name="Picture 3" descr="Profile for Infosys Springboard">
            <a:extLst>
              <a:ext uri="{FF2B5EF4-FFF2-40B4-BE49-F238E27FC236}">
                <a16:creationId xmlns:a16="http://schemas.microsoft.com/office/drawing/2014/main" id="{00BC540D-4327-F322-1BF2-7807FCB116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2209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9B05-C604-092A-7393-1520DFBF0872}"/>
              </a:ext>
            </a:extLst>
          </p:cNvPr>
          <p:cNvSpPr>
            <a:spLocks noGrp="1"/>
          </p:cNvSpPr>
          <p:nvPr>
            <p:ph type="title"/>
          </p:nvPr>
        </p:nvSpPr>
        <p:spPr>
          <a:xfrm>
            <a:off x="777240" y="498764"/>
            <a:ext cx="10149840" cy="1257300"/>
          </a:xfrm>
        </p:spPr>
        <p:txBody>
          <a:bodyPr/>
          <a:lstStyle/>
          <a:p>
            <a:r>
              <a:rPr lang="en-US" dirty="0"/>
              <a:t>INTRODUCTION</a:t>
            </a:r>
          </a:p>
        </p:txBody>
      </p:sp>
      <p:sp>
        <p:nvSpPr>
          <p:cNvPr id="3" name="Content Placeholder 2">
            <a:extLst>
              <a:ext uri="{FF2B5EF4-FFF2-40B4-BE49-F238E27FC236}">
                <a16:creationId xmlns:a16="http://schemas.microsoft.com/office/drawing/2014/main" id="{20229CA5-F65D-C44D-D811-E9647AD65584}"/>
              </a:ext>
            </a:extLst>
          </p:cNvPr>
          <p:cNvSpPr>
            <a:spLocks noGrp="1"/>
          </p:cNvSpPr>
          <p:nvPr>
            <p:ph idx="1"/>
          </p:nvPr>
        </p:nvSpPr>
        <p:spPr>
          <a:xfrm>
            <a:off x="777239" y="2093976"/>
            <a:ext cx="5685905" cy="3995097"/>
          </a:xfrm>
        </p:spPr>
        <p:txBody>
          <a:bodyPr>
            <a:normAutofit/>
          </a:bodyPr>
          <a:lstStyle/>
          <a:p>
            <a:pPr marL="0" indent="0">
              <a:lnSpc>
                <a:spcPct val="100000"/>
              </a:lnSpc>
              <a:buNone/>
            </a:pPr>
            <a:r>
              <a:rPr lang="en-US" sz="1800" b="1" dirty="0">
                <a:solidFill>
                  <a:schemeClr val="tx1"/>
                </a:solidFill>
              </a:rPr>
              <a:t>Problem Context:</a:t>
            </a:r>
          </a:p>
          <a:p>
            <a:pPr>
              <a:lnSpc>
                <a:spcPct val="100000"/>
              </a:lnSpc>
            </a:pPr>
            <a:r>
              <a:rPr lang="en-US" sz="1600" dirty="0"/>
              <a:t>Workplace safety violations are a leading cause of industrial accidents</a:t>
            </a:r>
          </a:p>
          <a:p>
            <a:pPr>
              <a:lnSpc>
                <a:spcPct val="100000"/>
              </a:lnSpc>
            </a:pPr>
            <a:r>
              <a:rPr lang="en-US" sz="1600" dirty="0"/>
              <a:t>Manual safety monitoring is time-consuming and error-prone</a:t>
            </a:r>
          </a:p>
          <a:p>
            <a:pPr>
              <a:lnSpc>
                <a:spcPct val="100000"/>
              </a:lnSpc>
            </a:pPr>
            <a:r>
              <a:rPr lang="en-US" sz="1600" dirty="0"/>
              <a:t>Traditional surveillance systems lack intelligent analysis capabilities</a:t>
            </a:r>
          </a:p>
          <a:p>
            <a:pPr>
              <a:lnSpc>
                <a:spcPct val="100000"/>
              </a:lnSpc>
            </a:pPr>
            <a:r>
              <a:rPr lang="en-US" sz="1600" dirty="0"/>
              <a:t>Need for automated, real-time safety compliance monitoring</a:t>
            </a:r>
          </a:p>
        </p:txBody>
      </p:sp>
      <p:sp>
        <p:nvSpPr>
          <p:cNvPr id="6" name="Content Placeholder 5">
            <a:extLst>
              <a:ext uri="{FF2B5EF4-FFF2-40B4-BE49-F238E27FC236}">
                <a16:creationId xmlns:a16="http://schemas.microsoft.com/office/drawing/2014/main" id="{3C6CC8E5-7AE6-8398-DD50-E5FE543E3C97}"/>
              </a:ext>
            </a:extLst>
          </p:cNvPr>
          <p:cNvSpPr>
            <a:spLocks noGrp="1"/>
          </p:cNvSpPr>
          <p:nvPr>
            <p:ph idx="13"/>
          </p:nvPr>
        </p:nvSpPr>
        <p:spPr>
          <a:xfrm>
            <a:off x="6586729" y="2109770"/>
            <a:ext cx="4828032" cy="3776472"/>
          </a:xfrm>
        </p:spPr>
        <p:txBody>
          <a:bodyPr>
            <a:normAutofit/>
          </a:bodyPr>
          <a:lstStyle/>
          <a:p>
            <a:pPr marL="0" indent="0">
              <a:buNone/>
            </a:pPr>
            <a:r>
              <a:rPr lang="en-US" sz="1800" b="1" dirty="0">
                <a:solidFill>
                  <a:schemeClr val="tx1"/>
                </a:solidFill>
              </a:rPr>
              <a:t>Why AI-Powered Solution?</a:t>
            </a:r>
          </a:p>
          <a:p>
            <a:r>
              <a:rPr lang="en-US" sz="1600" dirty="0"/>
              <a:t>24/7 automated monitoring without human fatigue</a:t>
            </a:r>
          </a:p>
          <a:p>
            <a:r>
              <a:rPr lang="en-US" sz="1600" dirty="0"/>
              <a:t>Instant violation detection and alerting</a:t>
            </a:r>
          </a:p>
          <a:p>
            <a:r>
              <a:rPr lang="en-US" sz="1600" dirty="0"/>
              <a:t>Consistent application of safety standards</a:t>
            </a:r>
          </a:p>
          <a:p>
            <a:r>
              <a:rPr lang="en-US" sz="1600" dirty="0"/>
              <a:t>Data-driven insights for safety management</a:t>
            </a:r>
          </a:p>
        </p:txBody>
      </p:sp>
      <p:sp>
        <p:nvSpPr>
          <p:cNvPr id="5" name="Slide Number Placeholder 4">
            <a:extLst>
              <a:ext uri="{FF2B5EF4-FFF2-40B4-BE49-F238E27FC236}">
                <a16:creationId xmlns:a16="http://schemas.microsoft.com/office/drawing/2014/main" id="{8CBF3930-7226-63E0-7754-B4FBBDA56AE5}"/>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3</a:t>
            </a:fld>
            <a:endParaRPr lang="en-US" dirty="0"/>
          </a:p>
        </p:txBody>
      </p:sp>
      <p:pic>
        <p:nvPicPr>
          <p:cNvPr id="7" name="Picture 6" descr="Profile for Infosys Springboard">
            <a:extLst>
              <a:ext uri="{FF2B5EF4-FFF2-40B4-BE49-F238E27FC236}">
                <a16:creationId xmlns:a16="http://schemas.microsoft.com/office/drawing/2014/main" id="{3521D6B7-88C0-2968-A5B4-1C562E6759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72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7360DF-3FD1-505F-FB7F-3AD167868E9D}"/>
              </a:ext>
            </a:extLst>
          </p:cNvPr>
          <p:cNvSpPr>
            <a:spLocks noGrp="1"/>
          </p:cNvSpPr>
          <p:nvPr>
            <p:ph type="body" sz="quarter" idx="10"/>
          </p:nvPr>
        </p:nvSpPr>
        <p:spPr>
          <a:xfrm>
            <a:off x="702910" y="4810991"/>
            <a:ext cx="8001832" cy="1309254"/>
          </a:xfrm>
        </p:spPr>
        <p:txBody>
          <a:bodyPr>
            <a:normAutofit/>
          </a:bodyPr>
          <a:lstStyle/>
          <a:p>
            <a:pPr>
              <a:lnSpc>
                <a:spcPct val="150000"/>
              </a:lnSpc>
            </a:pPr>
            <a:r>
              <a:rPr lang="en-US" sz="1600" b="1" dirty="0">
                <a:solidFill>
                  <a:schemeClr val="tx1"/>
                </a:solidFill>
              </a:rPr>
              <a:t>Research Gap:</a:t>
            </a:r>
            <a:br>
              <a:rPr lang="en-US" sz="1600" dirty="0"/>
            </a:br>
            <a:r>
              <a:rPr lang="en-US" sz="1600" dirty="0"/>
              <a:t>Lack of specialized AI models trained specifically for construction site PPE detection with real-time processing capabilities.</a:t>
            </a:r>
          </a:p>
        </p:txBody>
      </p:sp>
      <p:sp>
        <p:nvSpPr>
          <p:cNvPr id="4" name="Title 1">
            <a:extLst>
              <a:ext uri="{FF2B5EF4-FFF2-40B4-BE49-F238E27FC236}">
                <a16:creationId xmlns:a16="http://schemas.microsoft.com/office/drawing/2014/main" id="{DAB00BF4-7B41-E855-9BAF-913601471383}"/>
              </a:ext>
            </a:extLst>
          </p:cNvPr>
          <p:cNvSpPr txBox="1">
            <a:spLocks/>
          </p:cNvSpPr>
          <p:nvPr/>
        </p:nvSpPr>
        <p:spPr>
          <a:xfrm>
            <a:off x="714617" y="737754"/>
            <a:ext cx="8751501" cy="3771901"/>
          </a:xfrm>
          <a:prstGeom prst="rect">
            <a:avLst/>
          </a:prstGeom>
          <a:solidFill>
            <a:schemeClr val="bg1">
              <a:lumMod val="95000"/>
            </a:schemeClr>
          </a:solidFill>
        </p:spPr>
        <p:txBody>
          <a:bodyPr vert="horz" lIns="91440" tIns="45720" rIns="91440" bIns="45720" rtlCol="0" anchor="b">
            <a:normAutofit/>
          </a:bodyPr>
          <a:lstStyle>
            <a:lvl1pPr algn="l" defTabSz="914400" rtl="0" eaLnBrk="1" latinLnBrk="0" hangingPunct="1">
              <a:lnSpc>
                <a:spcPct val="90000"/>
              </a:lnSpc>
              <a:spcBef>
                <a:spcPct val="0"/>
              </a:spcBef>
              <a:buNone/>
              <a:defRPr sz="4800" kern="1200" cap="all" spc="0" baseline="0">
                <a:solidFill>
                  <a:schemeClr val="accent4">
                    <a:lumMod val="75000"/>
                  </a:schemeClr>
                </a:solidFill>
                <a:latin typeface="+mj-lt"/>
                <a:ea typeface="+mj-ea"/>
                <a:cs typeface="+mj-cs"/>
              </a:defRPr>
            </a:lvl1pPr>
          </a:lstStyle>
          <a:p>
            <a:pPr algn="ctr"/>
            <a:r>
              <a:rPr lang="en-US" sz="2800" dirty="0">
                <a:solidFill>
                  <a:schemeClr val="tx1"/>
                </a:solidFill>
              </a:rPr>
              <a:t>Existing Approaches</a:t>
            </a:r>
          </a:p>
        </p:txBody>
      </p:sp>
      <p:graphicFrame>
        <p:nvGraphicFramePr>
          <p:cNvPr id="5" name="Table 4">
            <a:extLst>
              <a:ext uri="{FF2B5EF4-FFF2-40B4-BE49-F238E27FC236}">
                <a16:creationId xmlns:a16="http://schemas.microsoft.com/office/drawing/2014/main" id="{31721F11-9724-88B2-356C-57410D91356F}"/>
              </a:ext>
            </a:extLst>
          </p:cNvPr>
          <p:cNvGraphicFramePr>
            <a:graphicFrameLocks noGrp="1"/>
          </p:cNvGraphicFramePr>
          <p:nvPr>
            <p:extLst>
              <p:ext uri="{D42A27DB-BD31-4B8C-83A1-F6EECF244321}">
                <p14:modId xmlns:p14="http://schemas.microsoft.com/office/powerpoint/2010/main" val="2223988294"/>
              </p:ext>
            </p:extLst>
          </p:nvPr>
        </p:nvGraphicFramePr>
        <p:xfrm>
          <a:off x="702911" y="737755"/>
          <a:ext cx="8762277" cy="3106303"/>
        </p:xfrm>
        <a:graphic>
          <a:graphicData uri="http://schemas.openxmlformats.org/drawingml/2006/table">
            <a:tbl>
              <a:tblPr/>
              <a:tblGrid>
                <a:gridCol w="2920759">
                  <a:extLst>
                    <a:ext uri="{9D8B030D-6E8A-4147-A177-3AD203B41FA5}">
                      <a16:colId xmlns:a16="http://schemas.microsoft.com/office/drawing/2014/main" val="426428985"/>
                    </a:ext>
                  </a:extLst>
                </a:gridCol>
                <a:gridCol w="2920759">
                  <a:extLst>
                    <a:ext uri="{9D8B030D-6E8A-4147-A177-3AD203B41FA5}">
                      <a16:colId xmlns:a16="http://schemas.microsoft.com/office/drawing/2014/main" val="2222898294"/>
                    </a:ext>
                  </a:extLst>
                </a:gridCol>
                <a:gridCol w="2920759">
                  <a:extLst>
                    <a:ext uri="{9D8B030D-6E8A-4147-A177-3AD203B41FA5}">
                      <a16:colId xmlns:a16="http://schemas.microsoft.com/office/drawing/2014/main" val="3380802500"/>
                    </a:ext>
                  </a:extLst>
                </a:gridCol>
              </a:tblGrid>
              <a:tr h="517145">
                <a:tc>
                  <a:txBody>
                    <a:bodyPr/>
                    <a:lstStyle/>
                    <a:p>
                      <a:pPr algn="l">
                        <a:buNone/>
                      </a:pPr>
                      <a:r>
                        <a:rPr lang="en-US" b="1" dirty="0">
                          <a:effectLst/>
                        </a:rPr>
                        <a:t>Method</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US" b="1" dirty="0">
                          <a:effectLst/>
                        </a:rPr>
                        <a:t>Advantages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US" b="1">
                          <a:effectLst/>
                        </a:rPr>
                        <a:t>Limitations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224145265"/>
                  </a:ext>
                </a:extLst>
              </a:tr>
              <a:tr h="633850">
                <a:tc>
                  <a:txBody>
                    <a:bodyPr/>
                    <a:lstStyle/>
                    <a:p>
                      <a:pPr algn="l">
                        <a:buNone/>
                      </a:pPr>
                      <a:r>
                        <a:rPr lang="en-US">
                          <a:effectLst/>
                        </a:rPr>
                        <a:t>Manual Inspection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dirty="0">
                          <a:effectLst/>
                        </a:rPr>
                        <a:t>Direct human oversight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a:effectLst/>
                        </a:rPr>
                        <a:t>Time-intensive, inconsistent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431042844"/>
                  </a:ext>
                </a:extLst>
              </a:tr>
              <a:tr h="633850">
                <a:tc>
                  <a:txBody>
                    <a:bodyPr/>
                    <a:lstStyle/>
                    <a:p>
                      <a:pPr algn="l">
                        <a:buNone/>
                      </a:pPr>
                      <a:r>
                        <a:rPr lang="en-US">
                          <a:effectLst/>
                        </a:rPr>
                        <a:t>Basic CCTV</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dirty="0">
                          <a:effectLst/>
                        </a:rPr>
                        <a:t>Continuous recording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dirty="0">
                          <a:effectLst/>
                        </a:rPr>
                        <a:t>No automated analysis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84054144"/>
                  </a:ext>
                </a:extLst>
              </a:tr>
              <a:tr h="633850">
                <a:tc>
                  <a:txBody>
                    <a:bodyPr/>
                    <a:lstStyle/>
                    <a:p>
                      <a:pPr algn="l">
                        <a:buNone/>
                      </a:pPr>
                      <a:r>
                        <a:rPr lang="en-US">
                          <a:effectLst/>
                        </a:rPr>
                        <a:t>Rule-based Systems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a:effectLst/>
                        </a:rPr>
                        <a:t>Simple logic</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a:effectLst/>
                        </a:rPr>
                        <a:t>Limited adaptability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00106317"/>
                  </a:ext>
                </a:extLst>
              </a:tr>
              <a:tr h="687608">
                <a:tc>
                  <a:txBody>
                    <a:bodyPr/>
                    <a:lstStyle/>
                    <a:p>
                      <a:pPr algn="l">
                        <a:buNone/>
                      </a:pPr>
                      <a:r>
                        <a:rPr lang="en-US">
                          <a:effectLst/>
                        </a:rPr>
                        <a:t>Generic AI Models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a:effectLst/>
                        </a:rPr>
                        <a:t>Broad detection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dirty="0">
                          <a:effectLst/>
                        </a:rPr>
                        <a:t>Poor domain-specific accuracy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19767887"/>
                  </a:ext>
                </a:extLst>
              </a:tr>
            </a:tbl>
          </a:graphicData>
        </a:graphic>
      </p:graphicFrame>
      <p:pic>
        <p:nvPicPr>
          <p:cNvPr id="2" name="Picture 1" descr="Profile for Infosys Springboard">
            <a:extLst>
              <a:ext uri="{FF2B5EF4-FFF2-40B4-BE49-F238E27FC236}">
                <a16:creationId xmlns:a16="http://schemas.microsoft.com/office/drawing/2014/main" id="{F5783426-C933-1216-B29A-8F871F8DC4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652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CFC0B0-8375-0EFB-5560-78FD88F24B62}"/>
              </a:ext>
            </a:extLst>
          </p:cNvPr>
          <p:cNvSpPr>
            <a:spLocks noGrp="1"/>
          </p:cNvSpPr>
          <p:nvPr>
            <p:ph type="title"/>
          </p:nvPr>
        </p:nvSpPr>
        <p:spPr>
          <a:xfrm>
            <a:off x="777239" y="667512"/>
            <a:ext cx="8907087" cy="1036597"/>
          </a:xfrm>
        </p:spPr>
        <p:txBody>
          <a:bodyPr/>
          <a:lstStyle/>
          <a:p>
            <a:r>
              <a:rPr lang="en-US" dirty="0"/>
              <a:t>PROBLEM STATEMENT</a:t>
            </a:r>
          </a:p>
        </p:txBody>
      </p:sp>
      <p:sp>
        <p:nvSpPr>
          <p:cNvPr id="5" name="Content Placeholder 4">
            <a:extLst>
              <a:ext uri="{FF2B5EF4-FFF2-40B4-BE49-F238E27FC236}">
                <a16:creationId xmlns:a16="http://schemas.microsoft.com/office/drawing/2014/main" id="{26C3EB53-F5A8-F2BE-C684-067C8F8AA61A}"/>
              </a:ext>
            </a:extLst>
          </p:cNvPr>
          <p:cNvSpPr>
            <a:spLocks noGrp="1"/>
          </p:cNvSpPr>
          <p:nvPr>
            <p:ph idx="1"/>
          </p:nvPr>
        </p:nvSpPr>
        <p:spPr>
          <a:xfrm>
            <a:off x="777240" y="2015836"/>
            <a:ext cx="9021388" cy="4340514"/>
          </a:xfrm>
        </p:spPr>
        <p:txBody>
          <a:bodyPr>
            <a:normAutofit/>
          </a:bodyPr>
          <a:lstStyle/>
          <a:p>
            <a:pPr marL="0" indent="0">
              <a:lnSpc>
                <a:spcPct val="120000"/>
              </a:lnSpc>
              <a:spcBef>
                <a:spcPts val="600"/>
              </a:spcBef>
              <a:spcAft>
                <a:spcPts val="600"/>
              </a:spcAft>
              <a:buNone/>
            </a:pPr>
            <a:r>
              <a:rPr lang="en-US" sz="1600" b="1" dirty="0">
                <a:solidFill>
                  <a:schemeClr val="tx1"/>
                </a:solidFill>
              </a:rPr>
              <a:t>Challenge:</a:t>
            </a:r>
            <a:br>
              <a:rPr lang="en-US" sz="1600" dirty="0"/>
            </a:br>
            <a:r>
              <a:rPr lang="en-US" sz="1600" dirty="0"/>
              <a:t>Current workplace safety monitoring relies heavily on manual processes that are inconsistent, delayed, and cannot provide comprehensive coverage of large industrial sites.</a:t>
            </a:r>
          </a:p>
          <a:p>
            <a:pPr marL="0" indent="0">
              <a:lnSpc>
                <a:spcPct val="120000"/>
              </a:lnSpc>
              <a:spcBef>
                <a:spcPts val="600"/>
              </a:spcBef>
              <a:spcAft>
                <a:spcPts val="600"/>
              </a:spcAft>
              <a:buNone/>
            </a:pPr>
            <a:r>
              <a:rPr lang="en-US" sz="1600" b="1" dirty="0">
                <a:solidFill>
                  <a:schemeClr val="tx1"/>
                </a:solidFill>
              </a:rPr>
              <a:t>Specific Issues:</a:t>
            </a:r>
          </a:p>
          <a:p>
            <a:pPr marL="0" indent="0">
              <a:lnSpc>
                <a:spcPct val="120000"/>
              </a:lnSpc>
              <a:spcBef>
                <a:spcPts val="600"/>
              </a:spcBef>
              <a:spcAft>
                <a:spcPts val="600"/>
              </a:spcAft>
              <a:buNone/>
            </a:pPr>
            <a:r>
              <a:rPr lang="en-US" sz="1600" dirty="0"/>
              <a:t>- Missing helmet detection in real-time</a:t>
            </a:r>
            <a:br>
              <a:rPr lang="en-US" sz="1600" dirty="0"/>
            </a:br>
            <a:r>
              <a:rPr lang="en-US" sz="1600" dirty="0"/>
              <a:t>- Lack of automated vest compliance monitoring</a:t>
            </a:r>
            <a:br>
              <a:rPr lang="en-US" sz="1600" dirty="0"/>
            </a:br>
            <a:r>
              <a:rPr lang="en-US" sz="1600" dirty="0"/>
              <a:t>- No instant alerting for safety violations</a:t>
            </a:r>
            <a:br>
              <a:rPr lang="en-US" sz="1600" dirty="0"/>
            </a:br>
            <a:r>
              <a:rPr lang="en-US" sz="1600" dirty="0"/>
              <a:t>- Insufficient data for safety trend analysis</a:t>
            </a:r>
          </a:p>
          <a:p>
            <a:pPr marL="0" indent="0">
              <a:lnSpc>
                <a:spcPct val="120000"/>
              </a:lnSpc>
              <a:spcBef>
                <a:spcPts val="600"/>
              </a:spcBef>
              <a:spcAft>
                <a:spcPts val="600"/>
              </a:spcAft>
              <a:buNone/>
            </a:pPr>
            <a:r>
              <a:rPr lang="en-US" sz="1600" b="1" dirty="0">
                <a:solidFill>
                  <a:schemeClr val="tx1"/>
                </a:solidFill>
              </a:rPr>
              <a:t>Solution Requirement:</a:t>
            </a:r>
            <a:br>
              <a:rPr lang="en-US" sz="1600" dirty="0"/>
            </a:br>
            <a:r>
              <a:rPr lang="en-US" sz="1600" dirty="0"/>
              <a:t>An intelligent system that can automatically identify safety compliance violations and generate immediate alerts with visual evidence.</a:t>
            </a:r>
          </a:p>
        </p:txBody>
      </p:sp>
      <p:sp>
        <p:nvSpPr>
          <p:cNvPr id="3" name="Slide Number Placeholder 2">
            <a:extLst>
              <a:ext uri="{FF2B5EF4-FFF2-40B4-BE49-F238E27FC236}">
                <a16:creationId xmlns:a16="http://schemas.microsoft.com/office/drawing/2014/main" id="{B24C7587-DB63-4AB0-CEFD-FA701A9E8F26}"/>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5</a:t>
            </a:fld>
            <a:endParaRPr lang="en-US" dirty="0"/>
          </a:p>
        </p:txBody>
      </p:sp>
      <p:pic>
        <p:nvPicPr>
          <p:cNvPr id="2" name="Picture 1" descr="Profile for Infosys Springboard">
            <a:extLst>
              <a:ext uri="{FF2B5EF4-FFF2-40B4-BE49-F238E27FC236}">
                <a16:creationId xmlns:a16="http://schemas.microsoft.com/office/drawing/2014/main" id="{5CEE1405-54EB-D222-DABC-D169B85AB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28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3596B-D057-F446-0F36-C85C5820E2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D55A64-C905-2B68-F3FF-F23095E1145F}"/>
              </a:ext>
            </a:extLst>
          </p:cNvPr>
          <p:cNvSpPr>
            <a:spLocks noGrp="1"/>
          </p:cNvSpPr>
          <p:nvPr>
            <p:ph type="title"/>
          </p:nvPr>
        </p:nvSpPr>
        <p:spPr>
          <a:xfrm>
            <a:off x="777239" y="667512"/>
            <a:ext cx="8907087" cy="1036597"/>
          </a:xfrm>
        </p:spPr>
        <p:txBody>
          <a:bodyPr>
            <a:normAutofit/>
          </a:bodyPr>
          <a:lstStyle/>
          <a:p>
            <a:r>
              <a:rPr lang="en-US" dirty="0"/>
              <a:t>OBJECTIVES</a:t>
            </a:r>
          </a:p>
        </p:txBody>
      </p:sp>
      <p:sp>
        <p:nvSpPr>
          <p:cNvPr id="5" name="Content Placeholder 4">
            <a:extLst>
              <a:ext uri="{FF2B5EF4-FFF2-40B4-BE49-F238E27FC236}">
                <a16:creationId xmlns:a16="http://schemas.microsoft.com/office/drawing/2014/main" id="{F3B117A3-6B35-A218-EBF0-4F35E0C23B8A}"/>
              </a:ext>
            </a:extLst>
          </p:cNvPr>
          <p:cNvSpPr>
            <a:spLocks noGrp="1"/>
          </p:cNvSpPr>
          <p:nvPr>
            <p:ph idx="1"/>
          </p:nvPr>
        </p:nvSpPr>
        <p:spPr>
          <a:xfrm>
            <a:off x="777240" y="2015836"/>
            <a:ext cx="3977640" cy="4340514"/>
          </a:xfrm>
        </p:spPr>
        <p:txBody>
          <a:bodyPr>
            <a:normAutofit/>
          </a:bodyPr>
          <a:lstStyle/>
          <a:p>
            <a:pPr marL="0" indent="0">
              <a:buNone/>
            </a:pPr>
            <a:r>
              <a:rPr lang="en-US" b="1" dirty="0">
                <a:solidFill>
                  <a:schemeClr val="tx1"/>
                </a:solidFill>
              </a:rPr>
              <a:t>Primary Goals:</a:t>
            </a:r>
          </a:p>
          <a:p>
            <a:r>
              <a:rPr lang="en-US" sz="1600" dirty="0"/>
              <a:t>Identify safety compliance violations such as missing helmets and vests</a:t>
            </a:r>
          </a:p>
          <a:p>
            <a:r>
              <a:rPr lang="en-US" sz="1600" dirty="0"/>
              <a:t>Generate real-time visualizations and alerts to improve safety</a:t>
            </a:r>
          </a:p>
          <a:p>
            <a:r>
              <a:rPr lang="en-US" sz="1600" dirty="0"/>
              <a:t>Present results via a live dashboard along with E-mail alerts</a:t>
            </a:r>
          </a:p>
          <a:p>
            <a:r>
              <a:rPr lang="en-US" sz="1600" dirty="0"/>
              <a:t>Provide data analytics for safety trend monitoring</a:t>
            </a:r>
          </a:p>
        </p:txBody>
      </p:sp>
      <p:sp>
        <p:nvSpPr>
          <p:cNvPr id="3" name="Slide Number Placeholder 2">
            <a:extLst>
              <a:ext uri="{FF2B5EF4-FFF2-40B4-BE49-F238E27FC236}">
                <a16:creationId xmlns:a16="http://schemas.microsoft.com/office/drawing/2014/main" id="{CCD02F8F-D7ED-CDAB-4DC6-CC8431E1BA02}"/>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6</a:t>
            </a:fld>
            <a:endParaRPr lang="en-US" dirty="0"/>
          </a:p>
        </p:txBody>
      </p:sp>
      <p:sp>
        <p:nvSpPr>
          <p:cNvPr id="2" name="Content Placeholder 4">
            <a:extLst>
              <a:ext uri="{FF2B5EF4-FFF2-40B4-BE49-F238E27FC236}">
                <a16:creationId xmlns:a16="http://schemas.microsoft.com/office/drawing/2014/main" id="{17CB3E3E-DA5E-BC54-273E-5396702EC578}"/>
              </a:ext>
            </a:extLst>
          </p:cNvPr>
          <p:cNvSpPr txBox="1">
            <a:spLocks/>
          </p:cNvSpPr>
          <p:nvPr/>
        </p:nvSpPr>
        <p:spPr>
          <a:xfrm>
            <a:off x="5706686" y="2015836"/>
            <a:ext cx="3977640" cy="4340514"/>
          </a:xfrm>
          <a:prstGeom prst="rect">
            <a:avLst/>
          </a:prstGeom>
          <a:solidFill>
            <a:schemeClr val="bg1">
              <a:lumMod val="95000"/>
            </a:schemeClr>
          </a:solidFill>
        </p:spPr>
        <p:txBody>
          <a:bodyPr vert="horz" lIns="91440" tIns="45720" rIns="91440" bIns="45720" rtlCol="0" anchor="t" anchorCtr="0">
            <a:normAutofit/>
          </a:bodyPr>
          <a:lstStyle>
            <a:lvl1pPr marL="457200" indent="-457200" algn="l" defTabSz="914400" rtl="0" eaLnBrk="1" latinLnBrk="0" hangingPunct="1">
              <a:lnSpc>
                <a:spcPct val="80000"/>
              </a:lnSpc>
              <a:spcBef>
                <a:spcPts val="1000"/>
              </a:spcBef>
              <a:spcAft>
                <a:spcPts val="1800"/>
              </a:spcAft>
              <a:buFont typeface="+mj-lt"/>
              <a:buAutoNum type="arabicPeriod"/>
              <a:defRPr sz="2000" kern="1200">
                <a:solidFill>
                  <a:schemeClr val="accent4">
                    <a:lumMod val="75000"/>
                  </a:schemeClr>
                </a:solidFill>
                <a:latin typeface="+mn-lt"/>
                <a:ea typeface="+mn-ea"/>
                <a:cs typeface="+mn-cs"/>
              </a:defRPr>
            </a:lvl1pPr>
            <a:lvl2pPr marL="914400" indent="-457200" algn="l" defTabSz="914400" rtl="0" eaLnBrk="1" latinLnBrk="0" hangingPunct="1">
              <a:lnSpc>
                <a:spcPct val="90000"/>
              </a:lnSpc>
              <a:spcBef>
                <a:spcPts val="500"/>
              </a:spcBef>
              <a:buFont typeface="+mj-lt"/>
              <a:buAutoNum type="alphaLcPeriod"/>
              <a:defRPr sz="1800" kern="1200">
                <a:solidFill>
                  <a:schemeClr val="accent4">
                    <a:lumMod val="75000"/>
                  </a:schemeClr>
                </a:solidFill>
                <a:latin typeface="+mn-lt"/>
                <a:ea typeface="+mn-ea"/>
                <a:cs typeface="+mn-cs"/>
              </a:defRPr>
            </a:lvl2pPr>
            <a:lvl3pPr marL="1371600" indent="-457200" algn="l" defTabSz="914400" rtl="0" eaLnBrk="1" latinLnBrk="0" hangingPunct="1">
              <a:lnSpc>
                <a:spcPct val="90000"/>
              </a:lnSpc>
              <a:spcBef>
                <a:spcPts val="500"/>
              </a:spcBef>
              <a:buFont typeface="+mj-lt"/>
              <a:buAutoNum type="arabicParenR"/>
              <a:defRPr sz="1600" kern="1200">
                <a:solidFill>
                  <a:schemeClr val="accent4">
                    <a:lumMod val="75000"/>
                  </a:schemeClr>
                </a:solidFill>
                <a:latin typeface="+mn-lt"/>
                <a:ea typeface="+mn-ea"/>
                <a:cs typeface="+mn-cs"/>
              </a:defRPr>
            </a:lvl3pPr>
            <a:lvl4pPr marL="1714500" indent="-342900" algn="l" defTabSz="914400" rtl="0" eaLnBrk="1" latinLnBrk="0" hangingPunct="1">
              <a:lnSpc>
                <a:spcPct val="90000"/>
              </a:lnSpc>
              <a:spcBef>
                <a:spcPts val="500"/>
              </a:spcBef>
              <a:buFont typeface="+mj-lt"/>
              <a:buAutoNum type="alphaLcParenR"/>
              <a:defRPr sz="1400" kern="1200">
                <a:solidFill>
                  <a:schemeClr val="accent4">
                    <a:lumMod val="75000"/>
                  </a:schemeClr>
                </a:solidFill>
                <a:latin typeface="+mn-lt"/>
                <a:ea typeface="+mn-ea"/>
                <a:cs typeface="+mn-cs"/>
              </a:defRPr>
            </a:lvl4pPr>
            <a:lvl5pPr marL="2228850" indent="-400050" algn="l" defTabSz="914400" rtl="0" eaLnBrk="1" latinLnBrk="0" hangingPunct="1">
              <a:lnSpc>
                <a:spcPct val="90000"/>
              </a:lnSpc>
              <a:spcBef>
                <a:spcPts val="500"/>
              </a:spcBef>
              <a:buFont typeface="+mj-lt"/>
              <a:buAutoNum type="romanLcPeriod"/>
              <a:defRPr sz="14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tx1"/>
                </a:solidFill>
              </a:rPr>
              <a:t>Success Metrics:</a:t>
            </a:r>
          </a:p>
          <a:p>
            <a:r>
              <a:rPr lang="en-US" sz="1600" dirty="0"/>
              <a:t>Real-time detection with &lt;1 second latency</a:t>
            </a:r>
          </a:p>
          <a:p>
            <a:r>
              <a:rPr lang="en-US" sz="1600" dirty="0"/>
              <a:t>High accuracy PPE detection (&gt;82% precision)</a:t>
            </a:r>
          </a:p>
          <a:p>
            <a:r>
              <a:rPr lang="en-US" sz="1600" dirty="0"/>
              <a:t>Automated alert generation within seconds</a:t>
            </a:r>
          </a:p>
          <a:p>
            <a:r>
              <a:rPr lang="en-US" sz="1600" dirty="0"/>
              <a:t>Comprehensive compliance reporting</a:t>
            </a:r>
          </a:p>
        </p:txBody>
      </p:sp>
      <p:pic>
        <p:nvPicPr>
          <p:cNvPr id="6" name="Picture 5" descr="Profile for Infosys Springboard">
            <a:extLst>
              <a:ext uri="{FF2B5EF4-FFF2-40B4-BE49-F238E27FC236}">
                <a16:creationId xmlns:a16="http://schemas.microsoft.com/office/drawing/2014/main" id="{37EA015F-4DB7-2CD7-D310-4E45FC3FB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21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a:xfrm>
            <a:off x="777240" y="685164"/>
            <a:ext cx="10890504" cy="1225931"/>
          </a:xfrm>
        </p:spPr>
        <p:txBody>
          <a:bodyPr/>
          <a:lstStyle/>
          <a:p>
            <a:r>
              <a:rPr lang="en-US" dirty="0">
                <a:solidFill>
                  <a:schemeClr val="accent4">
                    <a:lumMod val="75000"/>
                  </a:schemeClr>
                </a:solidFill>
              </a:rPr>
              <a:t>PROPOSED SYSTEM OVERVIEW</a:t>
            </a:r>
          </a:p>
        </p:txBody>
      </p:sp>
      <p:sp>
        <p:nvSpPr>
          <p:cNvPr id="3" name="Content Placeholder 2">
            <a:extLst>
              <a:ext uri="{FF2B5EF4-FFF2-40B4-BE49-F238E27FC236}">
                <a16:creationId xmlns:a16="http://schemas.microsoft.com/office/drawing/2014/main" id="{5EDF0A71-CCBA-435C-46F6-1381739D2F56}"/>
              </a:ext>
            </a:extLst>
          </p:cNvPr>
          <p:cNvSpPr>
            <a:spLocks noGrp="1"/>
          </p:cNvSpPr>
          <p:nvPr>
            <p:ph idx="1"/>
          </p:nvPr>
        </p:nvSpPr>
        <p:spPr>
          <a:xfrm>
            <a:off x="777240" y="2093976"/>
            <a:ext cx="3666554" cy="3981704"/>
          </a:xfrm>
        </p:spPr>
        <p:txBody>
          <a:bodyPr>
            <a:normAutofit/>
          </a:bodyPr>
          <a:lstStyle/>
          <a:p>
            <a:pPr marL="0" indent="0">
              <a:lnSpc>
                <a:spcPct val="120000"/>
              </a:lnSpc>
              <a:spcBef>
                <a:spcPts val="600"/>
              </a:spcBef>
              <a:spcAft>
                <a:spcPts val="600"/>
              </a:spcAft>
              <a:buClr>
                <a:schemeClr val="accent3">
                  <a:lumMod val="75000"/>
                </a:schemeClr>
              </a:buClr>
              <a:buNone/>
            </a:pPr>
            <a:r>
              <a:rPr lang="en-US" sz="1700" b="1" dirty="0">
                <a:solidFill>
                  <a:schemeClr val="tx1"/>
                </a:solidFill>
              </a:rPr>
              <a:t>Core Components:</a:t>
            </a:r>
          </a:p>
          <a:p>
            <a:pPr>
              <a:lnSpc>
                <a:spcPct val="120000"/>
              </a:lnSpc>
              <a:spcBef>
                <a:spcPts val="600"/>
              </a:spcBef>
              <a:spcAft>
                <a:spcPts val="600"/>
              </a:spcAft>
              <a:buClr>
                <a:schemeClr val="accent3">
                  <a:lumMod val="75000"/>
                </a:schemeClr>
              </a:buClr>
            </a:pPr>
            <a:r>
              <a:rPr lang="en-US" sz="1500" dirty="0">
                <a:solidFill>
                  <a:schemeClr val="accent4">
                    <a:lumMod val="50000"/>
                  </a:schemeClr>
                </a:solidFill>
              </a:rPr>
              <a:t>Data Prep Module - Load &amp; process YOLO-formatted images</a:t>
            </a:r>
          </a:p>
          <a:p>
            <a:pPr>
              <a:lnSpc>
                <a:spcPct val="120000"/>
              </a:lnSpc>
              <a:spcBef>
                <a:spcPts val="600"/>
              </a:spcBef>
              <a:spcAft>
                <a:spcPts val="600"/>
              </a:spcAft>
              <a:buClr>
                <a:schemeClr val="accent3">
                  <a:lumMod val="75000"/>
                </a:schemeClr>
              </a:buClr>
            </a:pPr>
            <a:r>
              <a:rPr lang="en-US" sz="1500" dirty="0">
                <a:solidFill>
                  <a:schemeClr val="accent4">
                    <a:lumMod val="50000"/>
                  </a:schemeClr>
                </a:solidFill>
              </a:rPr>
              <a:t>Model Training Module - Train YOLOv8 for PPE detection</a:t>
            </a:r>
          </a:p>
          <a:p>
            <a:pPr>
              <a:lnSpc>
                <a:spcPct val="120000"/>
              </a:lnSpc>
              <a:spcBef>
                <a:spcPts val="600"/>
              </a:spcBef>
              <a:spcAft>
                <a:spcPts val="600"/>
              </a:spcAft>
              <a:buClr>
                <a:schemeClr val="accent3">
                  <a:lumMod val="75000"/>
                </a:schemeClr>
              </a:buClr>
            </a:pPr>
            <a:r>
              <a:rPr lang="en-US" sz="1500" dirty="0">
                <a:solidFill>
                  <a:schemeClr val="accent4">
                    <a:lumMod val="50000"/>
                  </a:schemeClr>
                </a:solidFill>
              </a:rPr>
              <a:t>Detection Module - Real-time PPE violation spotting</a:t>
            </a:r>
          </a:p>
          <a:p>
            <a:pPr>
              <a:lnSpc>
                <a:spcPct val="120000"/>
              </a:lnSpc>
              <a:spcBef>
                <a:spcPts val="600"/>
              </a:spcBef>
              <a:spcAft>
                <a:spcPts val="600"/>
              </a:spcAft>
              <a:buClr>
                <a:schemeClr val="accent3">
                  <a:lumMod val="75000"/>
                </a:schemeClr>
              </a:buClr>
            </a:pPr>
            <a:r>
              <a:rPr lang="en-US" sz="1500" dirty="0">
                <a:solidFill>
                  <a:schemeClr val="accent4">
                    <a:lumMod val="50000"/>
                  </a:schemeClr>
                </a:solidFill>
              </a:rPr>
              <a:t>Alert Module - Send notifications for missing gear</a:t>
            </a:r>
          </a:p>
          <a:p>
            <a:pPr>
              <a:lnSpc>
                <a:spcPct val="120000"/>
              </a:lnSpc>
              <a:spcBef>
                <a:spcPts val="600"/>
              </a:spcBef>
              <a:spcAft>
                <a:spcPts val="600"/>
              </a:spcAft>
              <a:buClr>
                <a:schemeClr val="accent3">
                  <a:lumMod val="75000"/>
                </a:schemeClr>
              </a:buClr>
            </a:pPr>
            <a:r>
              <a:rPr lang="en-US" sz="1500" dirty="0">
                <a:solidFill>
                  <a:schemeClr val="accent4">
                    <a:lumMod val="50000"/>
                  </a:schemeClr>
                </a:solidFill>
              </a:rPr>
              <a:t>Dashboard Module - Live view + compliance statistics</a:t>
            </a:r>
          </a:p>
        </p:txBody>
      </p:sp>
      <p:sp>
        <p:nvSpPr>
          <p:cNvPr id="5" name="Slide Number Placeholder 4">
            <a:extLst>
              <a:ext uri="{FF2B5EF4-FFF2-40B4-BE49-F238E27FC236}">
                <a16:creationId xmlns:a16="http://schemas.microsoft.com/office/drawing/2014/main" id="{A915BC64-6AC5-A7BE-0281-C9832CBF4D7F}"/>
              </a:ext>
            </a:extLst>
          </p:cNvPr>
          <p:cNvSpPr>
            <a:spLocks noGrp="1"/>
          </p:cNvSpPr>
          <p:nvPr>
            <p:ph type="sldNum" sz="quarter" idx="12"/>
          </p:nvPr>
        </p:nvSpPr>
        <p:spPr/>
        <p:txBody>
          <a:bodyPr/>
          <a:lstStyle/>
          <a:p>
            <a:fld id="{CBD12358-51D2-46B3-9BDE-DF29528B9454}" type="slidenum">
              <a:rPr lang="en-US" smtClean="0"/>
              <a:t>7</a:t>
            </a:fld>
            <a:endParaRPr lang="en-US" dirty="0"/>
          </a:p>
        </p:txBody>
      </p:sp>
      <p:graphicFrame>
        <p:nvGraphicFramePr>
          <p:cNvPr id="7" name="Content Placeholder 6" descr="A timeline of the product launch">
            <a:extLst>
              <a:ext uri="{FF2B5EF4-FFF2-40B4-BE49-F238E27FC236}">
                <a16:creationId xmlns:a16="http://schemas.microsoft.com/office/drawing/2014/main" id="{801E9530-19BA-1C15-C49F-55660C5772B2}"/>
              </a:ext>
            </a:extLst>
          </p:cNvPr>
          <p:cNvGraphicFramePr>
            <a:graphicFrameLocks noGrp="1"/>
          </p:cNvGraphicFramePr>
          <p:nvPr>
            <p:ph idx="13"/>
            <p:extLst>
              <p:ext uri="{D42A27DB-BD31-4B8C-83A1-F6EECF244321}">
                <p14:modId xmlns:p14="http://schemas.microsoft.com/office/powerpoint/2010/main" val="2838745576"/>
              </p:ext>
            </p:extLst>
          </p:nvPr>
        </p:nvGraphicFramePr>
        <p:xfrm>
          <a:off x="4864100" y="1645920"/>
          <a:ext cx="6383338" cy="3749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4">
            <a:extLst>
              <a:ext uri="{FF2B5EF4-FFF2-40B4-BE49-F238E27FC236}">
                <a16:creationId xmlns:a16="http://schemas.microsoft.com/office/drawing/2014/main" id="{F4E1D55D-9AB6-AFAE-560B-3F6798BD10EE}"/>
              </a:ext>
            </a:extLst>
          </p:cNvPr>
          <p:cNvSpPr txBox="1">
            <a:spLocks/>
          </p:cNvSpPr>
          <p:nvPr/>
        </p:nvSpPr>
        <p:spPr>
          <a:xfrm>
            <a:off x="7148323" y="5355590"/>
            <a:ext cx="1814892" cy="680085"/>
          </a:xfrm>
          <a:prstGeom prst="rect">
            <a:avLst/>
          </a:prstGeom>
          <a:solidFill>
            <a:schemeClr val="bg1">
              <a:lumMod val="9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pPr algn="ctr"/>
            <a:r>
              <a:rPr lang="en-US" sz="2800" dirty="0"/>
              <a:t>Workflow</a:t>
            </a:r>
          </a:p>
        </p:txBody>
      </p:sp>
      <p:pic>
        <p:nvPicPr>
          <p:cNvPr id="6" name="Picture 5" descr="Profile for Infosys Springboard">
            <a:extLst>
              <a:ext uri="{FF2B5EF4-FFF2-40B4-BE49-F238E27FC236}">
                <a16:creationId xmlns:a16="http://schemas.microsoft.com/office/drawing/2014/main" id="{367048C1-4C18-5F27-6E44-F05A2275EF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565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31B0D7-DAD1-8AD2-F7B4-83A6863C81F5}"/>
              </a:ext>
            </a:extLst>
          </p:cNvPr>
          <p:cNvSpPr>
            <a:spLocks noGrp="1"/>
          </p:cNvSpPr>
          <p:nvPr>
            <p:ph type="title"/>
          </p:nvPr>
        </p:nvSpPr>
        <p:spPr>
          <a:xfrm>
            <a:off x="777240" y="365760"/>
            <a:ext cx="10890504" cy="1087120"/>
          </a:xfrm>
        </p:spPr>
        <p:txBody>
          <a:bodyPr/>
          <a:lstStyle/>
          <a:p>
            <a:r>
              <a:rPr lang="en-US" dirty="0"/>
              <a:t>DATASET </a:t>
            </a:r>
          </a:p>
        </p:txBody>
      </p:sp>
      <p:sp>
        <p:nvSpPr>
          <p:cNvPr id="6" name="Content Placeholder 5">
            <a:extLst>
              <a:ext uri="{FF2B5EF4-FFF2-40B4-BE49-F238E27FC236}">
                <a16:creationId xmlns:a16="http://schemas.microsoft.com/office/drawing/2014/main" id="{E3BD9E4F-8FA1-291D-1AFA-EC832A77665A}"/>
              </a:ext>
            </a:extLst>
          </p:cNvPr>
          <p:cNvSpPr>
            <a:spLocks noGrp="1"/>
          </p:cNvSpPr>
          <p:nvPr>
            <p:ph idx="13"/>
          </p:nvPr>
        </p:nvSpPr>
        <p:spPr>
          <a:xfrm>
            <a:off x="665018" y="1640839"/>
            <a:ext cx="11168980" cy="4926215"/>
          </a:xfrm>
        </p:spPr>
        <p:txBody>
          <a:bodyPr>
            <a:noAutofit/>
          </a:bodyPr>
          <a:lstStyle/>
          <a:p>
            <a:pPr marL="0" indent="0">
              <a:spcBef>
                <a:spcPts val="600"/>
              </a:spcBef>
              <a:spcAft>
                <a:spcPts val="600"/>
              </a:spcAft>
              <a:buNone/>
            </a:pPr>
            <a:r>
              <a:rPr lang="en-US" sz="1700" b="1" dirty="0">
                <a:solidFill>
                  <a:schemeClr val="tx1"/>
                </a:solidFill>
              </a:rPr>
              <a:t>Data Characteristics:</a:t>
            </a:r>
          </a:p>
          <a:p>
            <a:pPr>
              <a:spcBef>
                <a:spcPts val="600"/>
              </a:spcBef>
              <a:spcAft>
                <a:spcPts val="600"/>
              </a:spcAft>
            </a:pPr>
            <a:r>
              <a:rPr lang="en-US" sz="1600" dirty="0"/>
              <a:t>YOLO-formatted annotations present in diverse construction site scenarios</a:t>
            </a:r>
          </a:p>
          <a:p>
            <a:pPr>
              <a:spcBef>
                <a:spcPts val="600"/>
              </a:spcBef>
              <a:spcAft>
                <a:spcPts val="600"/>
              </a:spcAft>
            </a:pPr>
            <a:r>
              <a:rPr lang="en-US" sz="1600" dirty="0"/>
              <a:t>Multiple classes: Hardhat, Mask, NO-Hardhat, NO-Mask, NO-Safety Vest, Person, Safety Cone, Safety Vest, machinery, vehicle.</a:t>
            </a:r>
          </a:p>
          <a:p>
            <a:pPr>
              <a:spcBef>
                <a:spcPts val="600"/>
              </a:spcBef>
              <a:spcAft>
                <a:spcPts val="600"/>
              </a:spcAft>
            </a:pPr>
            <a:r>
              <a:rPr lang="en-US" sz="1600" dirty="0"/>
              <a:t>Various lighting and angle conditions</a:t>
            </a:r>
          </a:p>
          <a:p>
            <a:pPr marL="0" indent="0">
              <a:spcBef>
                <a:spcPts val="600"/>
              </a:spcBef>
              <a:spcAft>
                <a:spcPts val="600"/>
              </a:spcAft>
              <a:buNone/>
            </a:pPr>
            <a:r>
              <a:rPr lang="en-US" sz="1700" b="1" dirty="0">
                <a:solidFill>
                  <a:schemeClr val="tx1"/>
                </a:solidFill>
              </a:rPr>
              <a:t>Model Architecture:</a:t>
            </a:r>
            <a:br>
              <a:rPr lang="en-US" sz="1600" dirty="0"/>
            </a:br>
            <a:br>
              <a:rPr lang="en-US" sz="1600" dirty="0"/>
            </a:br>
            <a:r>
              <a:rPr lang="en-US" sz="1600" dirty="0"/>
              <a:t>YOLOv8 (You Only Look Once version v8)</a:t>
            </a:r>
          </a:p>
          <a:p>
            <a:pPr marL="0" indent="0">
              <a:spcBef>
                <a:spcPts val="600"/>
              </a:spcBef>
              <a:spcAft>
                <a:spcPts val="600"/>
              </a:spcAft>
              <a:buNone/>
            </a:pPr>
            <a:r>
              <a:rPr lang="en-US" sz="1700" b="1" dirty="0">
                <a:solidFill>
                  <a:schemeClr val="tx1"/>
                </a:solidFill>
              </a:rPr>
              <a:t>Training Strategy:</a:t>
            </a:r>
          </a:p>
          <a:p>
            <a:pPr>
              <a:spcBef>
                <a:spcPts val="600"/>
              </a:spcBef>
              <a:spcAft>
                <a:spcPts val="600"/>
              </a:spcAft>
            </a:pPr>
            <a:r>
              <a:rPr lang="en-US" sz="1600" dirty="0"/>
              <a:t>Data augmentation for robustness</a:t>
            </a:r>
          </a:p>
          <a:p>
            <a:pPr>
              <a:spcBef>
                <a:spcPts val="600"/>
              </a:spcBef>
              <a:spcAft>
                <a:spcPts val="600"/>
              </a:spcAft>
            </a:pPr>
            <a:r>
              <a:rPr lang="en-US" sz="1600" dirty="0"/>
              <a:t>Hyperparameter tuning for accuracy optimization</a:t>
            </a:r>
          </a:p>
          <a:p>
            <a:pPr>
              <a:spcBef>
                <a:spcPts val="600"/>
              </a:spcBef>
              <a:spcAft>
                <a:spcPts val="600"/>
              </a:spcAft>
            </a:pPr>
            <a:r>
              <a:rPr lang="en-US" sz="1600" dirty="0"/>
              <a:t>Validation using </a:t>
            </a:r>
            <a:r>
              <a:rPr lang="en-US" sz="1600" dirty="0" err="1"/>
              <a:t>mAP</a:t>
            </a:r>
            <a:r>
              <a:rPr lang="en-US" sz="1600" dirty="0"/>
              <a:t>, precision, and recall metrics</a:t>
            </a:r>
          </a:p>
        </p:txBody>
      </p:sp>
      <p:sp>
        <p:nvSpPr>
          <p:cNvPr id="3" name="Slide Number Placeholder 2">
            <a:extLst>
              <a:ext uri="{FF2B5EF4-FFF2-40B4-BE49-F238E27FC236}">
                <a16:creationId xmlns:a16="http://schemas.microsoft.com/office/drawing/2014/main" id="{F785354A-49B3-6FB4-DAF4-06FC9566C839}"/>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8</a:t>
            </a:fld>
            <a:endParaRPr lang="en-US" dirty="0"/>
          </a:p>
        </p:txBody>
      </p:sp>
      <p:pic>
        <p:nvPicPr>
          <p:cNvPr id="2" name="Picture 1" descr="Profile for Infosys Springboard">
            <a:extLst>
              <a:ext uri="{FF2B5EF4-FFF2-40B4-BE49-F238E27FC236}">
                <a16:creationId xmlns:a16="http://schemas.microsoft.com/office/drawing/2014/main" id="{1FA611FE-B5BF-D766-C8A3-08EFF5B87A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8503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3985C-84F8-EE62-739C-440269A0A6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634427-B5F7-FFB6-7912-D00372AF1442}"/>
              </a:ext>
            </a:extLst>
          </p:cNvPr>
          <p:cNvSpPr>
            <a:spLocks noGrp="1"/>
          </p:cNvSpPr>
          <p:nvPr>
            <p:ph type="title"/>
          </p:nvPr>
        </p:nvSpPr>
        <p:spPr>
          <a:xfrm>
            <a:off x="777240" y="365760"/>
            <a:ext cx="10890504" cy="1087120"/>
          </a:xfrm>
        </p:spPr>
        <p:txBody>
          <a:bodyPr/>
          <a:lstStyle/>
          <a:p>
            <a:r>
              <a:rPr lang="en-US" dirty="0"/>
              <a:t>REQUIREMENTS</a:t>
            </a:r>
          </a:p>
        </p:txBody>
      </p:sp>
      <p:sp>
        <p:nvSpPr>
          <p:cNvPr id="3" name="Slide Number Placeholder 2">
            <a:extLst>
              <a:ext uri="{FF2B5EF4-FFF2-40B4-BE49-F238E27FC236}">
                <a16:creationId xmlns:a16="http://schemas.microsoft.com/office/drawing/2014/main" id="{2084484C-BA2C-2D0E-AABE-86B874A82B54}"/>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9</a:t>
            </a:fld>
            <a:endParaRPr lang="en-US" dirty="0"/>
          </a:p>
        </p:txBody>
      </p:sp>
      <p:sp>
        <p:nvSpPr>
          <p:cNvPr id="2" name="Content Placeholder 5">
            <a:extLst>
              <a:ext uri="{FF2B5EF4-FFF2-40B4-BE49-F238E27FC236}">
                <a16:creationId xmlns:a16="http://schemas.microsoft.com/office/drawing/2014/main" id="{A173CFED-F990-2B4B-3412-C00BFEC78BE3}"/>
              </a:ext>
            </a:extLst>
          </p:cNvPr>
          <p:cNvSpPr txBox="1">
            <a:spLocks/>
          </p:cNvSpPr>
          <p:nvPr/>
        </p:nvSpPr>
        <p:spPr>
          <a:xfrm>
            <a:off x="777240" y="2091111"/>
            <a:ext cx="3992187" cy="2280921"/>
          </a:xfrm>
          <a:prstGeom prst="rect">
            <a:avLst/>
          </a:prstGeom>
          <a:noFill/>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20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1600" b="1" dirty="0"/>
              <a:t>Requirements:</a:t>
            </a:r>
          </a:p>
          <a:p>
            <a:pPr>
              <a:spcBef>
                <a:spcPts val="600"/>
              </a:spcBef>
              <a:spcAft>
                <a:spcPts val="600"/>
              </a:spcAft>
            </a:pPr>
            <a:r>
              <a:rPr lang="en-US" sz="1600" dirty="0"/>
              <a:t>Processing speed: &lt;1 second per frame</a:t>
            </a:r>
          </a:p>
          <a:p>
            <a:pPr>
              <a:spcBef>
                <a:spcPts val="600"/>
              </a:spcBef>
              <a:spcAft>
                <a:spcPts val="600"/>
              </a:spcAft>
            </a:pPr>
            <a:r>
              <a:rPr lang="en-US" sz="1600" dirty="0"/>
              <a:t>Accuracy: &gt;81% detection precision</a:t>
            </a:r>
          </a:p>
          <a:p>
            <a:pPr>
              <a:spcBef>
                <a:spcPts val="600"/>
              </a:spcBef>
              <a:spcAft>
                <a:spcPts val="600"/>
              </a:spcAft>
            </a:pPr>
            <a:r>
              <a:rPr lang="en-US" sz="1600" dirty="0"/>
              <a:t>Scalability: Multiple camera feed support</a:t>
            </a:r>
          </a:p>
          <a:p>
            <a:pPr>
              <a:spcBef>
                <a:spcPts val="600"/>
              </a:spcBef>
              <a:spcAft>
                <a:spcPts val="600"/>
              </a:spcAft>
            </a:pPr>
            <a:r>
              <a:rPr lang="en-US" sz="1600" dirty="0"/>
              <a:t>Reliability: 24/7 operation capability</a:t>
            </a:r>
          </a:p>
        </p:txBody>
      </p:sp>
      <p:sp>
        <p:nvSpPr>
          <p:cNvPr id="5" name="Content Placeholder 5">
            <a:extLst>
              <a:ext uri="{FF2B5EF4-FFF2-40B4-BE49-F238E27FC236}">
                <a16:creationId xmlns:a16="http://schemas.microsoft.com/office/drawing/2014/main" id="{5C741718-1456-FA11-BC5C-63C5672F3C4E}"/>
              </a:ext>
            </a:extLst>
          </p:cNvPr>
          <p:cNvSpPr txBox="1">
            <a:spLocks/>
          </p:cNvSpPr>
          <p:nvPr/>
        </p:nvSpPr>
        <p:spPr>
          <a:xfrm>
            <a:off x="5642750" y="2078414"/>
            <a:ext cx="4933810" cy="3240346"/>
          </a:xfrm>
          <a:prstGeom prst="rect">
            <a:avLst/>
          </a:prstGeom>
          <a:noFill/>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20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1600" b="1" dirty="0"/>
              <a:t>Technology Stack:</a:t>
            </a:r>
          </a:p>
          <a:p>
            <a:pPr>
              <a:spcBef>
                <a:spcPts val="600"/>
              </a:spcBef>
              <a:spcAft>
                <a:spcPts val="600"/>
              </a:spcAft>
            </a:pPr>
            <a:r>
              <a:rPr lang="en-US" sz="1600" dirty="0"/>
              <a:t>AI Framework: YOLOv8, </a:t>
            </a:r>
            <a:r>
              <a:rPr lang="en-US" sz="1600" dirty="0" err="1"/>
              <a:t>PyTorch</a:t>
            </a:r>
            <a:endParaRPr lang="en-US" sz="1600" dirty="0"/>
          </a:p>
          <a:p>
            <a:pPr>
              <a:spcBef>
                <a:spcPts val="600"/>
              </a:spcBef>
              <a:spcAft>
                <a:spcPts val="600"/>
              </a:spcAft>
            </a:pPr>
            <a:r>
              <a:rPr lang="en-US" sz="1600" dirty="0"/>
              <a:t>Backend: Python, OpenCV</a:t>
            </a:r>
          </a:p>
          <a:p>
            <a:pPr>
              <a:spcBef>
                <a:spcPts val="600"/>
              </a:spcBef>
              <a:spcAft>
                <a:spcPts val="600"/>
              </a:spcAft>
            </a:pPr>
            <a:r>
              <a:rPr lang="en-US" sz="1600" dirty="0"/>
              <a:t>Frontend: </a:t>
            </a:r>
            <a:r>
              <a:rPr lang="en-US" sz="1600" dirty="0" err="1"/>
              <a:t>Streamlit</a:t>
            </a:r>
            <a:endParaRPr lang="en-US" sz="1600" dirty="0"/>
          </a:p>
          <a:p>
            <a:pPr>
              <a:spcBef>
                <a:spcPts val="600"/>
              </a:spcBef>
              <a:spcAft>
                <a:spcPts val="600"/>
              </a:spcAft>
            </a:pPr>
            <a:r>
              <a:rPr lang="en-US" sz="1600" dirty="0"/>
              <a:t>Libraries: </a:t>
            </a:r>
            <a:r>
              <a:rPr lang="en-US" sz="1600" dirty="0" err="1"/>
              <a:t>Ultralytics</a:t>
            </a:r>
            <a:r>
              <a:rPr lang="en-US" sz="1600" dirty="0"/>
              <a:t>, Pandas, NumPy</a:t>
            </a:r>
          </a:p>
          <a:p>
            <a:pPr>
              <a:spcBef>
                <a:spcPts val="600"/>
              </a:spcBef>
              <a:spcAft>
                <a:spcPts val="600"/>
              </a:spcAft>
            </a:pPr>
            <a:r>
              <a:rPr lang="en-US" sz="1600" dirty="0"/>
              <a:t>Training Platform: Kaggle</a:t>
            </a:r>
          </a:p>
          <a:p>
            <a:pPr>
              <a:spcBef>
                <a:spcPts val="600"/>
              </a:spcBef>
              <a:spcAft>
                <a:spcPts val="600"/>
              </a:spcAft>
            </a:pPr>
            <a:r>
              <a:rPr lang="en-US" sz="1600" dirty="0"/>
              <a:t>Notifications: SMTP(email system)</a:t>
            </a:r>
          </a:p>
        </p:txBody>
      </p:sp>
      <p:pic>
        <p:nvPicPr>
          <p:cNvPr id="6" name="Picture 5" descr="Profile for Infosys Springboard">
            <a:extLst>
              <a:ext uri="{FF2B5EF4-FFF2-40B4-BE49-F238E27FC236}">
                <a16:creationId xmlns:a16="http://schemas.microsoft.com/office/drawing/2014/main" id="{7B64E33F-985E-2451-A891-0A4784186D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25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6B647-42A8-388A-2E90-3C4E6F557F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405FB6-1B9A-23C3-831A-DF7F7DC14EEF}"/>
              </a:ext>
            </a:extLst>
          </p:cNvPr>
          <p:cNvSpPr>
            <a:spLocks noGrp="1"/>
          </p:cNvSpPr>
          <p:nvPr>
            <p:ph type="title"/>
          </p:nvPr>
        </p:nvSpPr>
        <p:spPr>
          <a:xfrm>
            <a:off x="777240" y="365760"/>
            <a:ext cx="10890504" cy="1087120"/>
          </a:xfrm>
        </p:spPr>
        <p:txBody>
          <a:bodyPr/>
          <a:lstStyle/>
          <a:p>
            <a:r>
              <a:rPr lang="en-US" dirty="0"/>
              <a:t>SYSTEM MODULES</a:t>
            </a:r>
          </a:p>
        </p:txBody>
      </p:sp>
      <p:sp>
        <p:nvSpPr>
          <p:cNvPr id="3" name="Slide Number Placeholder 2">
            <a:extLst>
              <a:ext uri="{FF2B5EF4-FFF2-40B4-BE49-F238E27FC236}">
                <a16:creationId xmlns:a16="http://schemas.microsoft.com/office/drawing/2014/main" id="{561CA7EA-0979-6EE9-5CE8-F617C56865EA}"/>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10</a:t>
            </a:fld>
            <a:endParaRPr lang="en-US" dirty="0"/>
          </a:p>
        </p:txBody>
      </p:sp>
      <p:graphicFrame>
        <p:nvGraphicFramePr>
          <p:cNvPr id="2" name="Diagram 1">
            <a:extLst>
              <a:ext uri="{FF2B5EF4-FFF2-40B4-BE49-F238E27FC236}">
                <a16:creationId xmlns:a16="http://schemas.microsoft.com/office/drawing/2014/main" id="{44FD8D14-FE76-55D7-0714-C8FC844FB99D}"/>
              </a:ext>
            </a:extLst>
          </p:cNvPr>
          <p:cNvGraphicFramePr/>
          <p:nvPr>
            <p:extLst>
              <p:ext uri="{D42A27DB-BD31-4B8C-83A1-F6EECF244321}">
                <p14:modId xmlns:p14="http://schemas.microsoft.com/office/powerpoint/2010/main" val="935975048"/>
              </p:ext>
            </p:extLst>
          </p:nvPr>
        </p:nvGraphicFramePr>
        <p:xfrm>
          <a:off x="838200" y="1652155"/>
          <a:ext cx="10690999" cy="48400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Profile for Infosys Springboard">
            <a:extLst>
              <a:ext uri="{FF2B5EF4-FFF2-40B4-BE49-F238E27FC236}">
                <a16:creationId xmlns:a16="http://schemas.microsoft.com/office/drawing/2014/main" id="{5397F227-1537-FC46-FBFC-692152241E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894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998A5-C23B-7B89-37F2-F722298252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278DA4-4B97-2E4C-5EE3-C488F9C72D8E}"/>
              </a:ext>
            </a:extLst>
          </p:cNvPr>
          <p:cNvSpPr>
            <a:spLocks noGrp="1"/>
          </p:cNvSpPr>
          <p:nvPr>
            <p:ph type="title"/>
          </p:nvPr>
        </p:nvSpPr>
        <p:spPr>
          <a:xfrm>
            <a:off x="777240" y="365760"/>
            <a:ext cx="10890504" cy="1087120"/>
          </a:xfrm>
        </p:spPr>
        <p:txBody>
          <a:bodyPr/>
          <a:lstStyle/>
          <a:p>
            <a:r>
              <a:rPr lang="en-US" dirty="0"/>
              <a:t>KEY FEATURES</a:t>
            </a:r>
          </a:p>
        </p:txBody>
      </p:sp>
      <p:graphicFrame>
        <p:nvGraphicFramePr>
          <p:cNvPr id="7" name="Content Placeholder 6">
            <a:extLst>
              <a:ext uri="{FF2B5EF4-FFF2-40B4-BE49-F238E27FC236}">
                <a16:creationId xmlns:a16="http://schemas.microsoft.com/office/drawing/2014/main" id="{1C1E8BF1-8A8C-E880-644A-C58219373A7E}"/>
              </a:ext>
            </a:extLst>
          </p:cNvPr>
          <p:cNvGraphicFramePr>
            <a:graphicFrameLocks noGrp="1"/>
          </p:cNvGraphicFramePr>
          <p:nvPr>
            <p:ph idx="13"/>
            <p:extLst>
              <p:ext uri="{D42A27DB-BD31-4B8C-83A1-F6EECF244321}">
                <p14:modId xmlns:p14="http://schemas.microsoft.com/office/powerpoint/2010/main" val="50416533"/>
              </p:ext>
            </p:extLst>
          </p:nvPr>
        </p:nvGraphicFramePr>
        <p:xfrm>
          <a:off x="1122218" y="1553902"/>
          <a:ext cx="9715500" cy="2456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9E33FB0E-AED6-64A5-C25E-F6945871ABE8}"/>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11</a:t>
            </a:fld>
            <a:endParaRPr lang="en-US" dirty="0"/>
          </a:p>
        </p:txBody>
      </p:sp>
      <p:graphicFrame>
        <p:nvGraphicFramePr>
          <p:cNvPr id="8" name="Diagram 7">
            <a:extLst>
              <a:ext uri="{FF2B5EF4-FFF2-40B4-BE49-F238E27FC236}">
                <a16:creationId xmlns:a16="http://schemas.microsoft.com/office/drawing/2014/main" id="{92823E55-9A1B-7C37-97DE-5D08074F6C5F}"/>
              </a:ext>
            </a:extLst>
          </p:cNvPr>
          <p:cNvGraphicFramePr/>
          <p:nvPr>
            <p:extLst>
              <p:ext uri="{D42A27DB-BD31-4B8C-83A1-F6EECF244321}">
                <p14:modId xmlns:p14="http://schemas.microsoft.com/office/powerpoint/2010/main" val="1991393634"/>
              </p:ext>
            </p:extLst>
          </p:nvPr>
        </p:nvGraphicFramePr>
        <p:xfrm>
          <a:off x="1122218" y="4083627"/>
          <a:ext cx="9715500" cy="217170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 name="Picture 1" descr="Profile for Infosys Springboard">
            <a:extLst>
              <a:ext uri="{FF2B5EF4-FFF2-40B4-BE49-F238E27FC236}">
                <a16:creationId xmlns:a16="http://schemas.microsoft.com/office/drawing/2014/main" id="{E07A4F87-820F-9A2E-0CC9-B6E1F1F65DB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12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B1BEB-A08C-EB6E-CCDA-A1189882CF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5B8AF1-D3B7-3181-EF77-ECFEFB2BF2CA}"/>
              </a:ext>
            </a:extLst>
          </p:cNvPr>
          <p:cNvSpPr>
            <a:spLocks noGrp="1"/>
          </p:cNvSpPr>
          <p:nvPr>
            <p:ph type="title"/>
          </p:nvPr>
        </p:nvSpPr>
        <p:spPr>
          <a:xfrm>
            <a:off x="777240" y="365760"/>
            <a:ext cx="10890504" cy="1545336"/>
          </a:xfrm>
        </p:spPr>
        <p:txBody>
          <a:bodyPr/>
          <a:lstStyle/>
          <a:p>
            <a:r>
              <a:rPr lang="en-US" dirty="0"/>
              <a:t>Model Performance</a:t>
            </a:r>
          </a:p>
        </p:txBody>
      </p:sp>
      <p:sp>
        <p:nvSpPr>
          <p:cNvPr id="5" name="Content Placeholder 4">
            <a:extLst>
              <a:ext uri="{FF2B5EF4-FFF2-40B4-BE49-F238E27FC236}">
                <a16:creationId xmlns:a16="http://schemas.microsoft.com/office/drawing/2014/main" id="{012F56B5-B769-88B2-B7D5-8D6F143F9643}"/>
              </a:ext>
            </a:extLst>
          </p:cNvPr>
          <p:cNvSpPr>
            <a:spLocks noGrp="1"/>
          </p:cNvSpPr>
          <p:nvPr>
            <p:ph idx="1"/>
          </p:nvPr>
        </p:nvSpPr>
        <p:spPr>
          <a:xfrm>
            <a:off x="777239" y="2276856"/>
            <a:ext cx="5581997" cy="3593592"/>
          </a:xfrm>
        </p:spPr>
        <p:txBody>
          <a:bodyPr anchor="ctr">
            <a:normAutofit/>
          </a:bodyPr>
          <a:lstStyle/>
          <a:p>
            <a:pPr>
              <a:spcBef>
                <a:spcPts val="500"/>
              </a:spcBef>
              <a:spcAft>
                <a:spcPts val="500"/>
              </a:spcAft>
            </a:pPr>
            <a:r>
              <a:rPr lang="en-US" dirty="0"/>
              <a:t>Epochs: 100</a:t>
            </a:r>
          </a:p>
          <a:p>
            <a:pPr>
              <a:spcBef>
                <a:spcPts val="500"/>
              </a:spcBef>
              <a:spcAft>
                <a:spcPts val="500"/>
              </a:spcAft>
            </a:pPr>
            <a:r>
              <a:rPr lang="en-US" dirty="0"/>
              <a:t>Optimizer: SGD</a:t>
            </a:r>
          </a:p>
          <a:p>
            <a:pPr>
              <a:spcBef>
                <a:spcPts val="500"/>
              </a:spcBef>
              <a:spcAft>
                <a:spcPts val="500"/>
              </a:spcAft>
            </a:pPr>
            <a:r>
              <a:rPr lang="en-US" dirty="0"/>
              <a:t>mAP@0.5: 81</a:t>
            </a:r>
          </a:p>
          <a:p>
            <a:pPr>
              <a:spcBef>
                <a:spcPts val="500"/>
              </a:spcBef>
              <a:spcAft>
                <a:spcPts val="500"/>
              </a:spcAft>
            </a:pPr>
            <a:r>
              <a:rPr lang="en-US" dirty="0"/>
              <a:t>Precision: 90</a:t>
            </a:r>
          </a:p>
          <a:p>
            <a:pPr>
              <a:spcBef>
                <a:spcPts val="500"/>
              </a:spcBef>
              <a:spcAft>
                <a:spcPts val="500"/>
              </a:spcAft>
            </a:pPr>
            <a:r>
              <a:rPr lang="en-US" dirty="0"/>
              <a:t>Recall: 74</a:t>
            </a:r>
          </a:p>
          <a:p>
            <a:pPr>
              <a:spcBef>
                <a:spcPts val="500"/>
              </a:spcBef>
              <a:spcAft>
                <a:spcPts val="500"/>
              </a:spcAft>
            </a:pPr>
            <a:r>
              <a:rPr lang="en-US" dirty="0"/>
              <a:t>Deployment: CPU &amp; GPU</a:t>
            </a:r>
          </a:p>
        </p:txBody>
      </p:sp>
      <p:sp>
        <p:nvSpPr>
          <p:cNvPr id="3" name="Slide Number Placeholder 2">
            <a:extLst>
              <a:ext uri="{FF2B5EF4-FFF2-40B4-BE49-F238E27FC236}">
                <a16:creationId xmlns:a16="http://schemas.microsoft.com/office/drawing/2014/main" id="{0C46DF64-0D44-6D23-4AE3-D1766EDCF16F}"/>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12</a:t>
            </a:fld>
            <a:endParaRPr lang="en-US" dirty="0"/>
          </a:p>
        </p:txBody>
      </p:sp>
      <p:pic>
        <p:nvPicPr>
          <p:cNvPr id="2" name="Picture 1" descr="Profile for Infosys Springboard">
            <a:extLst>
              <a:ext uri="{FF2B5EF4-FFF2-40B4-BE49-F238E27FC236}">
                <a16:creationId xmlns:a16="http://schemas.microsoft.com/office/drawing/2014/main" id="{711412A9-91BA-5462-0104-EB54FA718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34928DB-7CC5-EE47-751B-632C2022AC00}"/>
              </a:ext>
            </a:extLst>
          </p:cNvPr>
          <p:cNvPicPr>
            <a:picLocks noChangeAspect="1"/>
          </p:cNvPicPr>
          <p:nvPr/>
        </p:nvPicPr>
        <p:blipFill>
          <a:blip r:embed="rId3"/>
          <a:srcRect l="3566" t="523" r="27568" b="1203"/>
          <a:stretch>
            <a:fillRect/>
          </a:stretch>
        </p:blipFill>
        <p:spPr>
          <a:xfrm>
            <a:off x="7049841" y="2368254"/>
            <a:ext cx="4021282" cy="3227916"/>
          </a:xfrm>
          <a:prstGeom prst="rect">
            <a:avLst/>
          </a:prstGeom>
        </p:spPr>
      </p:pic>
    </p:spTree>
    <p:extLst>
      <p:ext uri="{BB962C8B-B14F-4D97-AF65-F5344CB8AC3E}">
        <p14:creationId xmlns:p14="http://schemas.microsoft.com/office/powerpoint/2010/main" val="384732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CC4E6D-ED41-3B9C-A04D-0DD72A5B0E24}"/>
              </a:ext>
            </a:extLst>
          </p:cNvPr>
          <p:cNvSpPr>
            <a:spLocks noGrp="1"/>
          </p:cNvSpPr>
          <p:nvPr>
            <p:ph type="title"/>
          </p:nvPr>
        </p:nvSpPr>
        <p:spPr>
          <a:xfrm>
            <a:off x="777240" y="365760"/>
            <a:ext cx="10890504" cy="1545336"/>
          </a:xfrm>
        </p:spPr>
        <p:txBody>
          <a:bodyPr/>
          <a:lstStyle/>
          <a:p>
            <a:r>
              <a:rPr lang="en-US" dirty="0"/>
              <a:t>PPE Detection Classes</a:t>
            </a:r>
          </a:p>
        </p:txBody>
      </p:sp>
      <p:sp>
        <p:nvSpPr>
          <p:cNvPr id="5" name="Content Placeholder 4">
            <a:extLst>
              <a:ext uri="{FF2B5EF4-FFF2-40B4-BE49-F238E27FC236}">
                <a16:creationId xmlns:a16="http://schemas.microsoft.com/office/drawing/2014/main" id="{94B2A761-53FB-6C7B-DA9E-26D46207B5BE}"/>
              </a:ext>
            </a:extLst>
          </p:cNvPr>
          <p:cNvSpPr>
            <a:spLocks noGrp="1"/>
          </p:cNvSpPr>
          <p:nvPr>
            <p:ph idx="1"/>
          </p:nvPr>
        </p:nvSpPr>
        <p:spPr>
          <a:xfrm>
            <a:off x="777239" y="2093976"/>
            <a:ext cx="3670070" cy="3776472"/>
          </a:xfrm>
        </p:spPr>
        <p:txBody>
          <a:bodyPr>
            <a:normAutofit/>
          </a:bodyPr>
          <a:lstStyle/>
          <a:p>
            <a:pPr marL="0" indent="0">
              <a:spcBef>
                <a:spcPts val="500"/>
              </a:spcBef>
              <a:spcAft>
                <a:spcPts val="500"/>
              </a:spcAft>
              <a:buNone/>
            </a:pPr>
            <a:r>
              <a:rPr lang="en-US" sz="1600" b="1" dirty="0">
                <a:solidFill>
                  <a:schemeClr val="tx1"/>
                </a:solidFill>
              </a:rPr>
              <a:t>Violation Rules:</a:t>
            </a:r>
          </a:p>
          <a:p>
            <a:pPr>
              <a:spcBef>
                <a:spcPts val="500"/>
              </a:spcBef>
              <a:spcAft>
                <a:spcPts val="500"/>
              </a:spcAft>
            </a:pPr>
            <a:r>
              <a:rPr lang="en-US" sz="1600" dirty="0">
                <a:solidFill>
                  <a:srgbClr val="C00000"/>
                </a:solidFill>
              </a:rPr>
              <a:t>Critical: </a:t>
            </a:r>
          </a:p>
          <a:p>
            <a:pPr marL="0" indent="0">
              <a:spcBef>
                <a:spcPts val="500"/>
              </a:spcBef>
              <a:spcAft>
                <a:spcPts val="500"/>
              </a:spcAft>
              <a:buNone/>
            </a:pPr>
            <a:r>
              <a:rPr lang="en-US" sz="1600" dirty="0"/>
              <a:t>    Person detected without helmet</a:t>
            </a:r>
          </a:p>
          <a:p>
            <a:pPr>
              <a:spcBef>
                <a:spcPts val="500"/>
              </a:spcBef>
              <a:spcAft>
                <a:spcPts val="500"/>
              </a:spcAft>
            </a:pPr>
            <a:r>
              <a:rPr lang="en-US" sz="1600" dirty="0">
                <a:solidFill>
                  <a:srgbClr val="FF0000"/>
                </a:solidFill>
              </a:rPr>
              <a:t>High: </a:t>
            </a:r>
          </a:p>
          <a:p>
            <a:pPr marL="0" indent="0">
              <a:spcBef>
                <a:spcPts val="500"/>
              </a:spcBef>
              <a:spcAft>
                <a:spcPts val="500"/>
              </a:spcAft>
              <a:buNone/>
            </a:pPr>
            <a:r>
              <a:rPr lang="en-US" sz="1600" dirty="0"/>
              <a:t>    Person detected without safety vest</a:t>
            </a:r>
          </a:p>
          <a:p>
            <a:pPr>
              <a:spcBef>
                <a:spcPts val="500"/>
              </a:spcBef>
              <a:spcAft>
                <a:spcPts val="500"/>
              </a:spcAft>
            </a:pPr>
            <a:r>
              <a:rPr lang="en-US" sz="1600" dirty="0">
                <a:solidFill>
                  <a:srgbClr val="00B050"/>
                </a:solidFill>
              </a:rPr>
              <a:t>Medium: </a:t>
            </a:r>
          </a:p>
          <a:p>
            <a:pPr marL="0" indent="0">
              <a:spcBef>
                <a:spcPts val="500"/>
              </a:spcBef>
              <a:spcAft>
                <a:spcPts val="500"/>
              </a:spcAft>
              <a:buNone/>
            </a:pPr>
            <a:r>
              <a:rPr lang="en-US" sz="1600" dirty="0"/>
              <a:t>    Person detected without face mask</a:t>
            </a:r>
          </a:p>
          <a:p>
            <a:pPr>
              <a:spcBef>
                <a:spcPts val="500"/>
              </a:spcBef>
              <a:spcAft>
                <a:spcPts val="500"/>
              </a:spcAft>
            </a:pPr>
            <a:r>
              <a:rPr lang="en-US" sz="1600" dirty="0">
                <a:solidFill>
                  <a:srgbClr val="FFC000"/>
                </a:solidFill>
              </a:rPr>
              <a:t>Composite: </a:t>
            </a:r>
          </a:p>
          <a:p>
            <a:pPr marL="0" indent="0">
              <a:spcBef>
                <a:spcPts val="500"/>
              </a:spcBef>
              <a:spcAft>
                <a:spcPts val="500"/>
              </a:spcAft>
              <a:buNone/>
            </a:pPr>
            <a:r>
              <a:rPr lang="en-US" sz="1600" dirty="0"/>
              <a:t>    Multiple PPE violations simultaneously</a:t>
            </a:r>
          </a:p>
        </p:txBody>
      </p:sp>
      <p:sp>
        <p:nvSpPr>
          <p:cNvPr id="3" name="Slide Number Placeholder 2">
            <a:extLst>
              <a:ext uri="{FF2B5EF4-FFF2-40B4-BE49-F238E27FC236}">
                <a16:creationId xmlns:a16="http://schemas.microsoft.com/office/drawing/2014/main" id="{F1210C35-A628-0DFD-9B82-B9D92A99CCA0}"/>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13</a:t>
            </a:fld>
            <a:endParaRPr lang="en-US" dirty="0"/>
          </a:p>
        </p:txBody>
      </p:sp>
      <p:graphicFrame>
        <p:nvGraphicFramePr>
          <p:cNvPr id="9" name="Table 8">
            <a:extLst>
              <a:ext uri="{FF2B5EF4-FFF2-40B4-BE49-F238E27FC236}">
                <a16:creationId xmlns:a16="http://schemas.microsoft.com/office/drawing/2014/main" id="{7A24281B-C257-2001-9634-42F8A5CC42BA}"/>
              </a:ext>
            </a:extLst>
          </p:cNvPr>
          <p:cNvGraphicFramePr>
            <a:graphicFrameLocks noGrp="1"/>
          </p:cNvGraphicFramePr>
          <p:nvPr>
            <p:extLst>
              <p:ext uri="{D42A27DB-BD31-4B8C-83A1-F6EECF244321}">
                <p14:modId xmlns:p14="http://schemas.microsoft.com/office/powerpoint/2010/main" val="917722562"/>
              </p:ext>
            </p:extLst>
          </p:nvPr>
        </p:nvGraphicFramePr>
        <p:xfrm>
          <a:off x="4821382" y="2348345"/>
          <a:ext cx="6593379" cy="2996235"/>
        </p:xfrm>
        <a:graphic>
          <a:graphicData uri="http://schemas.openxmlformats.org/drawingml/2006/table">
            <a:tbl>
              <a:tblPr/>
              <a:tblGrid>
                <a:gridCol w="2197793">
                  <a:extLst>
                    <a:ext uri="{9D8B030D-6E8A-4147-A177-3AD203B41FA5}">
                      <a16:colId xmlns:a16="http://schemas.microsoft.com/office/drawing/2014/main" val="4214690084"/>
                    </a:ext>
                  </a:extLst>
                </a:gridCol>
                <a:gridCol w="2197793">
                  <a:extLst>
                    <a:ext uri="{9D8B030D-6E8A-4147-A177-3AD203B41FA5}">
                      <a16:colId xmlns:a16="http://schemas.microsoft.com/office/drawing/2014/main" val="402951906"/>
                    </a:ext>
                  </a:extLst>
                </a:gridCol>
                <a:gridCol w="2197793">
                  <a:extLst>
                    <a:ext uri="{9D8B030D-6E8A-4147-A177-3AD203B41FA5}">
                      <a16:colId xmlns:a16="http://schemas.microsoft.com/office/drawing/2014/main" val="3636668779"/>
                    </a:ext>
                  </a:extLst>
                </a:gridCol>
              </a:tblGrid>
              <a:tr h="696191">
                <a:tc>
                  <a:txBody>
                    <a:bodyPr/>
                    <a:lstStyle/>
                    <a:p>
                      <a:pPr algn="ctr">
                        <a:buNone/>
                      </a:pPr>
                      <a:r>
                        <a:rPr lang="en-US" b="1" dirty="0">
                          <a:effectLst/>
                        </a:rPr>
                        <a:t>PPE Type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93A5A8"/>
                    </a:solidFill>
                  </a:tcPr>
                </a:tc>
                <a:tc>
                  <a:txBody>
                    <a:bodyPr/>
                    <a:lstStyle/>
                    <a:p>
                      <a:pPr algn="ctr">
                        <a:buNone/>
                      </a:pPr>
                      <a:r>
                        <a:rPr lang="en-US" b="1" dirty="0">
                          <a:effectLst/>
                        </a:rPr>
                        <a:t>Detection Accuracy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93A5A8"/>
                    </a:solidFill>
                  </a:tcPr>
                </a:tc>
                <a:tc>
                  <a:txBody>
                    <a:bodyPr/>
                    <a:lstStyle/>
                    <a:p>
                      <a:pPr algn="ctr">
                        <a:buNone/>
                      </a:pPr>
                      <a:r>
                        <a:rPr lang="en-US" b="1" dirty="0">
                          <a:effectLst/>
                        </a:rPr>
                        <a:t>Alert Priority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93A5A8"/>
                    </a:solidFill>
                  </a:tcPr>
                </a:tc>
                <a:extLst>
                  <a:ext uri="{0D108BD9-81ED-4DB2-BD59-A6C34878D82A}">
                    <a16:rowId xmlns:a16="http://schemas.microsoft.com/office/drawing/2014/main" val="2109828091"/>
                  </a:ext>
                </a:extLst>
              </a:tr>
              <a:tr h="575011">
                <a:tc>
                  <a:txBody>
                    <a:bodyPr/>
                    <a:lstStyle/>
                    <a:p>
                      <a:pPr algn="ctr">
                        <a:buNone/>
                      </a:pPr>
                      <a:r>
                        <a:rPr lang="en-US">
                          <a:effectLst/>
                        </a:rPr>
                        <a:t>Hard Hat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ctr">
                        <a:buNone/>
                      </a:pPr>
                      <a:r>
                        <a:rPr lang="en-US">
                          <a:effectLst/>
                        </a:rPr>
                        <a:t>High</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ctr">
                        <a:buNone/>
                      </a:pPr>
                      <a:r>
                        <a:rPr lang="en-US">
                          <a:effectLst/>
                        </a:rPr>
                        <a:t>Critical</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69802371"/>
                  </a:ext>
                </a:extLst>
              </a:tr>
              <a:tr h="575011">
                <a:tc>
                  <a:txBody>
                    <a:bodyPr/>
                    <a:lstStyle/>
                    <a:p>
                      <a:pPr algn="ctr">
                        <a:buNone/>
                      </a:pPr>
                      <a:r>
                        <a:rPr lang="en-US">
                          <a:effectLst/>
                        </a:rPr>
                        <a:t>Safety Vest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ctr">
                        <a:buNone/>
                      </a:pPr>
                      <a:r>
                        <a:rPr lang="en-US" dirty="0">
                          <a:effectLst/>
                        </a:rPr>
                        <a:t>High</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ctr">
                        <a:buNone/>
                      </a:pPr>
                      <a:r>
                        <a:rPr lang="en-US">
                          <a:effectLst/>
                        </a:rPr>
                        <a:t>High</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740670416"/>
                  </a:ext>
                </a:extLst>
              </a:tr>
              <a:tr h="575011">
                <a:tc>
                  <a:txBody>
                    <a:bodyPr/>
                    <a:lstStyle/>
                    <a:p>
                      <a:pPr algn="ctr">
                        <a:buNone/>
                      </a:pPr>
                      <a:r>
                        <a:rPr lang="en-US">
                          <a:effectLst/>
                        </a:rPr>
                        <a:t>Face Mask</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ctr">
                        <a:buNone/>
                      </a:pPr>
                      <a:r>
                        <a:rPr lang="en-US">
                          <a:effectLst/>
                        </a:rPr>
                        <a:t>Medium</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ctr">
                        <a:buNone/>
                      </a:pPr>
                      <a:r>
                        <a:rPr lang="en-US">
                          <a:effectLst/>
                        </a:rPr>
                        <a:t>Medium</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400784755"/>
                  </a:ext>
                </a:extLst>
              </a:tr>
              <a:tr h="575011">
                <a:tc>
                  <a:txBody>
                    <a:bodyPr/>
                    <a:lstStyle/>
                    <a:p>
                      <a:pPr algn="ctr">
                        <a:buNone/>
                      </a:pPr>
                      <a:r>
                        <a:rPr lang="en-US">
                          <a:effectLst/>
                        </a:rPr>
                        <a:t>Person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ctr">
                        <a:buNone/>
                      </a:pPr>
                      <a:r>
                        <a:rPr lang="en-US">
                          <a:effectLst/>
                        </a:rPr>
                        <a:t>High</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ctr">
                        <a:buNone/>
                      </a:pPr>
                      <a:r>
                        <a:rPr lang="en-US" dirty="0">
                          <a:effectLst/>
                        </a:rPr>
                        <a:t>Base Detection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686049622"/>
                  </a:ext>
                </a:extLst>
              </a:tr>
            </a:tbl>
          </a:graphicData>
        </a:graphic>
      </p:graphicFrame>
      <p:pic>
        <p:nvPicPr>
          <p:cNvPr id="2" name="Picture 1" descr="Profile for Infosys Springboard">
            <a:extLst>
              <a:ext uri="{FF2B5EF4-FFF2-40B4-BE49-F238E27FC236}">
                <a16:creationId xmlns:a16="http://schemas.microsoft.com/office/drawing/2014/main" id="{13A4C395-8FC1-DDFB-B946-44D765753B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5373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1A69E-7B7F-2C52-1901-8D162F0BCE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EC54F02-DA83-CF37-1A1C-582F92912132}"/>
              </a:ext>
            </a:extLst>
          </p:cNvPr>
          <p:cNvSpPr>
            <a:spLocks noGrp="1"/>
          </p:cNvSpPr>
          <p:nvPr>
            <p:ph type="title"/>
          </p:nvPr>
        </p:nvSpPr>
        <p:spPr>
          <a:xfrm>
            <a:off x="777239" y="488374"/>
            <a:ext cx="9374679" cy="1215736"/>
          </a:xfrm>
        </p:spPr>
        <p:txBody>
          <a:bodyPr>
            <a:normAutofit/>
          </a:bodyPr>
          <a:lstStyle/>
          <a:p>
            <a:pPr>
              <a:spcBef>
                <a:spcPts val="600"/>
              </a:spcBef>
              <a:spcAft>
                <a:spcPts val="600"/>
              </a:spcAft>
            </a:pPr>
            <a:r>
              <a:rPr lang="en-US" dirty="0"/>
              <a:t>INNOVATIVE SOLUTIONS</a:t>
            </a:r>
          </a:p>
        </p:txBody>
      </p:sp>
      <p:sp>
        <p:nvSpPr>
          <p:cNvPr id="3" name="Slide Number Placeholder 2">
            <a:extLst>
              <a:ext uri="{FF2B5EF4-FFF2-40B4-BE49-F238E27FC236}">
                <a16:creationId xmlns:a16="http://schemas.microsoft.com/office/drawing/2014/main" id="{894CB12C-AB68-FE40-B319-D4B06D5E600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14</a:t>
            </a:fld>
            <a:endParaRPr lang="en-US" dirty="0"/>
          </a:p>
        </p:txBody>
      </p:sp>
      <p:sp>
        <p:nvSpPr>
          <p:cNvPr id="6" name="Title 3">
            <a:extLst>
              <a:ext uri="{FF2B5EF4-FFF2-40B4-BE49-F238E27FC236}">
                <a16:creationId xmlns:a16="http://schemas.microsoft.com/office/drawing/2014/main" id="{F794E475-DC3D-3916-9008-3A40C997BCEC}"/>
              </a:ext>
            </a:extLst>
          </p:cNvPr>
          <p:cNvSpPr txBox="1">
            <a:spLocks/>
          </p:cNvSpPr>
          <p:nvPr/>
        </p:nvSpPr>
        <p:spPr>
          <a:xfrm>
            <a:off x="5464578" y="2111754"/>
            <a:ext cx="4675907" cy="4163869"/>
          </a:xfrm>
          <a:prstGeom prst="rect">
            <a:avLst/>
          </a:prstGeom>
          <a:solidFill>
            <a:schemeClr val="tx1">
              <a:alpha val="5000"/>
            </a:schemeClr>
          </a:solidFill>
        </p:spPr>
        <p:txBody>
          <a:bodyPr vert="horz" lIns="91440" tIns="45720" rIns="91440" bIns="45720" rtlCol="0" anchor="t">
            <a:normAutofit/>
          </a:bodyPr>
          <a:lstStyle>
            <a:lvl1pPr algn="l" defTabSz="914400" rtl="0" eaLnBrk="1" latinLnBrk="0" hangingPunct="1">
              <a:lnSpc>
                <a:spcPct val="90000"/>
              </a:lnSpc>
              <a:spcBef>
                <a:spcPct val="0"/>
              </a:spcBef>
              <a:buNone/>
              <a:defRPr sz="4800" kern="1200" cap="all" spc="0" baseline="0">
                <a:solidFill>
                  <a:schemeClr val="accent4">
                    <a:lumMod val="75000"/>
                  </a:schemeClr>
                </a:solidFill>
                <a:latin typeface="+mj-lt"/>
                <a:ea typeface="+mj-ea"/>
                <a:cs typeface="+mj-cs"/>
              </a:defRPr>
            </a:lvl1pPr>
          </a:lstStyle>
          <a:p>
            <a:pPr>
              <a:lnSpc>
                <a:spcPct val="150000"/>
              </a:lnSpc>
            </a:pPr>
            <a:r>
              <a:rPr lang="en-US" sz="2000" b="1" cap="none" dirty="0">
                <a:solidFill>
                  <a:schemeClr val="tx1"/>
                </a:solidFill>
                <a:latin typeface="+mn-lt"/>
              </a:rPr>
              <a:t>Commercial Applications:</a:t>
            </a:r>
          </a:p>
          <a:p>
            <a:pPr>
              <a:lnSpc>
                <a:spcPct val="150000"/>
              </a:lnSpc>
            </a:pPr>
            <a:r>
              <a:rPr lang="en-US" sz="1400" cap="none" dirty="0">
                <a:latin typeface="+mn-lt"/>
              </a:rPr>
              <a:t>Construction Sites - Manufacturing - Mining – Warehouses</a:t>
            </a:r>
          </a:p>
          <a:p>
            <a:pPr>
              <a:lnSpc>
                <a:spcPct val="150000"/>
              </a:lnSpc>
            </a:pPr>
            <a:endParaRPr lang="en-US" sz="1050" cap="none" dirty="0">
              <a:latin typeface="+mn-lt"/>
            </a:endParaRPr>
          </a:p>
          <a:p>
            <a:pPr>
              <a:lnSpc>
                <a:spcPct val="150000"/>
              </a:lnSpc>
            </a:pPr>
            <a:r>
              <a:rPr lang="en-US" sz="2000" b="1" cap="none" dirty="0">
                <a:solidFill>
                  <a:schemeClr val="tx1"/>
                </a:solidFill>
                <a:latin typeface="+mn-lt"/>
              </a:rPr>
              <a:t>Future Enhancements:</a:t>
            </a:r>
          </a:p>
          <a:p>
            <a:pPr marL="285750" indent="-285750">
              <a:lnSpc>
                <a:spcPct val="150000"/>
              </a:lnSpc>
              <a:buFont typeface="Arial" panose="020B0604020202020204" pitchFamily="34" charset="0"/>
              <a:buChar char="•"/>
            </a:pPr>
            <a:r>
              <a:rPr lang="en-US" sz="1400" cap="none" dirty="0">
                <a:latin typeface="+mn-lt"/>
              </a:rPr>
              <a:t>Additional PPE Types (Boots, Gloves, Goggles)</a:t>
            </a:r>
          </a:p>
          <a:p>
            <a:pPr marL="285750" indent="-285750">
              <a:lnSpc>
                <a:spcPct val="150000"/>
              </a:lnSpc>
              <a:buFont typeface="Arial" panose="020B0604020202020204" pitchFamily="34" charset="0"/>
              <a:buChar char="•"/>
            </a:pPr>
            <a:r>
              <a:rPr lang="en-US" sz="1400" cap="none" dirty="0">
                <a:latin typeface="+mn-lt"/>
              </a:rPr>
              <a:t>Mobile App Version</a:t>
            </a:r>
          </a:p>
          <a:p>
            <a:pPr marL="285750" indent="-285750">
              <a:lnSpc>
                <a:spcPct val="150000"/>
              </a:lnSpc>
              <a:buFont typeface="Arial" panose="020B0604020202020204" pitchFamily="34" charset="0"/>
              <a:buChar char="•"/>
            </a:pPr>
            <a:r>
              <a:rPr lang="en-US" sz="1400" cap="none" dirty="0">
                <a:latin typeface="+mn-lt"/>
              </a:rPr>
              <a:t>Multi-site Monitoring</a:t>
            </a:r>
          </a:p>
          <a:p>
            <a:pPr>
              <a:lnSpc>
                <a:spcPct val="150000"/>
              </a:lnSpc>
            </a:pPr>
            <a:endParaRPr lang="en-US" sz="1050" b="1" cap="none" dirty="0">
              <a:solidFill>
                <a:schemeClr val="tx1"/>
              </a:solidFill>
              <a:latin typeface="+mn-lt"/>
            </a:endParaRPr>
          </a:p>
          <a:p>
            <a:pPr>
              <a:lnSpc>
                <a:spcPct val="150000"/>
              </a:lnSpc>
            </a:pPr>
            <a:r>
              <a:rPr lang="en-US" sz="2000" b="1" cap="none" dirty="0">
                <a:solidFill>
                  <a:schemeClr val="tx1"/>
                </a:solidFill>
                <a:latin typeface="+mn-lt"/>
              </a:rPr>
              <a:t>Market Impact:</a:t>
            </a:r>
          </a:p>
          <a:p>
            <a:pPr marL="285750" indent="-285750">
              <a:lnSpc>
                <a:spcPct val="150000"/>
              </a:lnSpc>
              <a:buFont typeface="Arial" panose="020B0604020202020204" pitchFamily="34" charset="0"/>
              <a:buChar char="•"/>
            </a:pPr>
            <a:r>
              <a:rPr lang="en-US" sz="1400" cap="none" dirty="0">
                <a:latin typeface="+mn-lt"/>
              </a:rPr>
              <a:t>Reduced Workplace Accidents</a:t>
            </a:r>
          </a:p>
          <a:p>
            <a:pPr marL="285750" indent="-285750">
              <a:lnSpc>
                <a:spcPct val="150000"/>
              </a:lnSpc>
              <a:buFont typeface="Arial" panose="020B0604020202020204" pitchFamily="34" charset="0"/>
              <a:buChar char="•"/>
            </a:pPr>
            <a:r>
              <a:rPr lang="en-US" sz="1400" cap="none" dirty="0">
                <a:latin typeface="+mn-lt"/>
              </a:rPr>
              <a:t>Cost Savings From Prevention</a:t>
            </a:r>
          </a:p>
        </p:txBody>
      </p:sp>
      <p:sp>
        <p:nvSpPr>
          <p:cNvPr id="9" name="Title 3">
            <a:extLst>
              <a:ext uri="{FF2B5EF4-FFF2-40B4-BE49-F238E27FC236}">
                <a16:creationId xmlns:a16="http://schemas.microsoft.com/office/drawing/2014/main" id="{78F3CEAF-8D47-D862-D9D2-1BC6F3960B9F}"/>
              </a:ext>
            </a:extLst>
          </p:cNvPr>
          <p:cNvSpPr txBox="1">
            <a:spLocks/>
          </p:cNvSpPr>
          <p:nvPr/>
        </p:nvSpPr>
        <p:spPr>
          <a:xfrm>
            <a:off x="777239" y="2111755"/>
            <a:ext cx="4156362" cy="4163868"/>
          </a:xfrm>
          <a:prstGeom prst="rect">
            <a:avLst/>
          </a:prstGeom>
          <a:solidFill>
            <a:schemeClr val="bg1">
              <a:lumMod val="95000"/>
            </a:schemeClr>
          </a:solidFill>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a:lstStyle>
          <a:p>
            <a:pPr>
              <a:lnSpc>
                <a:spcPct val="150000"/>
              </a:lnSpc>
            </a:pPr>
            <a:r>
              <a:rPr lang="en-US" sz="2000" b="1" dirty="0">
                <a:solidFill>
                  <a:schemeClr val="tx1"/>
                </a:solidFill>
                <a:latin typeface="+mn-lt"/>
              </a:rPr>
              <a:t>Achievements:</a:t>
            </a:r>
            <a:endParaRPr lang="en-US" sz="1600" b="1" dirty="0">
              <a:solidFill>
                <a:schemeClr val="tx1"/>
              </a:solidFill>
              <a:latin typeface="+mn-lt"/>
            </a:endParaRPr>
          </a:p>
          <a:p>
            <a:pPr marL="285750" indent="-285750">
              <a:lnSpc>
                <a:spcPct val="150000"/>
              </a:lnSpc>
              <a:buFont typeface="Arial" panose="020B0604020202020204" pitchFamily="34" charset="0"/>
              <a:buChar char="•"/>
            </a:pPr>
            <a:r>
              <a:rPr lang="en-US" sz="1600" dirty="0">
                <a:latin typeface="+mn-lt"/>
              </a:rPr>
              <a:t>Successfully Detects Missing PPE In Real-time</a:t>
            </a:r>
          </a:p>
          <a:p>
            <a:pPr marL="285750" indent="-285750">
              <a:lnSpc>
                <a:spcPct val="150000"/>
              </a:lnSpc>
              <a:buFont typeface="Arial" panose="020B0604020202020204" pitchFamily="34" charset="0"/>
              <a:buChar char="•"/>
            </a:pPr>
            <a:r>
              <a:rPr lang="en-US" sz="1600" dirty="0">
                <a:latin typeface="+mn-lt"/>
              </a:rPr>
              <a:t>Handles Various Lighting Conditions</a:t>
            </a:r>
          </a:p>
          <a:p>
            <a:pPr marL="285750" indent="-285750">
              <a:lnSpc>
                <a:spcPct val="150000"/>
              </a:lnSpc>
              <a:buFont typeface="Arial" panose="020B0604020202020204" pitchFamily="34" charset="0"/>
              <a:buChar char="•"/>
            </a:pPr>
            <a:r>
              <a:rPr lang="en-US" sz="1600" dirty="0">
                <a:latin typeface="+mn-lt"/>
              </a:rPr>
              <a:t>Works Across Different Camera Angles</a:t>
            </a:r>
          </a:p>
          <a:p>
            <a:pPr marL="285750" indent="-285750">
              <a:lnSpc>
                <a:spcPct val="150000"/>
              </a:lnSpc>
              <a:buFont typeface="Arial" panose="020B0604020202020204" pitchFamily="34" charset="0"/>
              <a:buChar char="•"/>
            </a:pPr>
            <a:r>
              <a:rPr lang="en-US" sz="1600" dirty="0">
                <a:latin typeface="+mn-lt"/>
              </a:rPr>
              <a:t>Minimal Processing Delay</a:t>
            </a:r>
            <a:br>
              <a:rPr lang="en-US" sz="1600" dirty="0">
                <a:latin typeface="+mn-lt"/>
              </a:rPr>
            </a:br>
            <a:endParaRPr lang="en-US" sz="1600" dirty="0">
              <a:latin typeface="+mn-lt"/>
            </a:endParaRPr>
          </a:p>
          <a:p>
            <a:pPr>
              <a:lnSpc>
                <a:spcPct val="150000"/>
              </a:lnSpc>
            </a:pPr>
            <a:r>
              <a:rPr lang="en-US" sz="2000" b="1" dirty="0">
                <a:solidFill>
                  <a:schemeClr val="tx1"/>
                </a:solidFill>
                <a:latin typeface="+mn-lt"/>
              </a:rPr>
              <a:t>Challenges &amp; Solutions:</a:t>
            </a:r>
            <a:r>
              <a:rPr lang="en-US" sz="1600" b="1" dirty="0">
                <a:solidFill>
                  <a:schemeClr val="tx1"/>
                </a:solidFill>
                <a:latin typeface="+mn-lt"/>
              </a:rPr>
              <a:t> </a:t>
            </a:r>
          </a:p>
          <a:p>
            <a:pPr marL="285750" indent="-285750">
              <a:lnSpc>
                <a:spcPct val="150000"/>
              </a:lnSpc>
              <a:buFont typeface="Arial" panose="020B0604020202020204" pitchFamily="34" charset="0"/>
              <a:buChar char="•"/>
            </a:pPr>
            <a:r>
              <a:rPr lang="en-US" sz="1600" dirty="0">
                <a:latin typeface="+mn-lt"/>
              </a:rPr>
              <a:t>Occlusion → Strategic Camera Placement</a:t>
            </a:r>
          </a:p>
          <a:p>
            <a:pPr marL="285750" indent="-285750">
              <a:lnSpc>
                <a:spcPct val="150000"/>
              </a:lnSpc>
              <a:buFont typeface="Arial" panose="020B0604020202020204" pitchFamily="34" charset="0"/>
              <a:buChar char="•"/>
            </a:pPr>
            <a:r>
              <a:rPr lang="en-US" sz="1600" dirty="0">
                <a:latin typeface="+mn-lt"/>
              </a:rPr>
              <a:t>Lighting → Model Robustness Training</a:t>
            </a:r>
          </a:p>
          <a:p>
            <a:pPr marL="285750" indent="-285750">
              <a:lnSpc>
                <a:spcPct val="150000"/>
              </a:lnSpc>
              <a:buFont typeface="Arial" panose="020B0604020202020204" pitchFamily="34" charset="0"/>
              <a:buChar char="•"/>
            </a:pPr>
            <a:r>
              <a:rPr lang="en-US" sz="1600" dirty="0">
                <a:latin typeface="+mn-lt"/>
              </a:rPr>
              <a:t>Speed → Optimized Yolov8 Implementation</a:t>
            </a:r>
          </a:p>
        </p:txBody>
      </p:sp>
      <p:pic>
        <p:nvPicPr>
          <p:cNvPr id="2" name="Picture 1" descr="Profile for Infosys Springboard">
            <a:extLst>
              <a:ext uri="{FF2B5EF4-FFF2-40B4-BE49-F238E27FC236}">
                <a16:creationId xmlns:a16="http://schemas.microsoft.com/office/drawing/2014/main" id="{F62A5269-1F0C-C8CC-A770-19412E24D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172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898C-661A-03E5-0C5A-603A5B774EE0}"/>
              </a:ext>
            </a:extLst>
          </p:cNvPr>
          <p:cNvSpPr>
            <a:spLocks noGrp="1"/>
          </p:cNvSpPr>
          <p:nvPr>
            <p:ph type="title"/>
          </p:nvPr>
        </p:nvSpPr>
        <p:spPr>
          <a:xfrm>
            <a:off x="2098964" y="1517072"/>
            <a:ext cx="4585300" cy="4024191"/>
          </a:xfrm>
        </p:spPr>
        <p:txBody>
          <a:bodyPr anchor="ctr">
            <a:normAutofit/>
          </a:bodyPr>
          <a:lstStyle/>
          <a:p>
            <a:pPr algn="ctr"/>
            <a:r>
              <a:rPr lang="en-US" sz="5500" dirty="0"/>
              <a:t>THANKYOU</a:t>
            </a:r>
          </a:p>
        </p:txBody>
      </p:sp>
      <p:pic>
        <p:nvPicPr>
          <p:cNvPr id="5" name="Picture 4" descr="Profile for Infosys Springboard">
            <a:extLst>
              <a:ext uri="{FF2B5EF4-FFF2-40B4-BE49-F238E27FC236}">
                <a16:creationId xmlns:a16="http://schemas.microsoft.com/office/drawing/2014/main" id="{4C0B902B-F640-C193-D369-D0FC49824E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1123" y="0"/>
            <a:ext cx="1120877" cy="944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234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Props1.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2.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2AF5DA8-6387-4138-BF96-B65D39F2FC2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Coastal presentation</Template>
  <TotalTime>250</TotalTime>
  <Words>886</Words>
  <Application>Microsoft Office PowerPoint</Application>
  <PresentationFormat>Widescreen</PresentationFormat>
  <Paragraphs>190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 Light</vt:lpstr>
      <vt:lpstr>Custom</vt:lpstr>
      <vt:lpstr>SafetyEye Ai-Powered Workplace Occupancy &amp; Safety Monitor</vt:lpstr>
      <vt:lpstr>ABSTRACT</vt:lpstr>
      <vt:lpstr>INTRODUCTION</vt:lpstr>
      <vt:lpstr>PowerPoint Presentation</vt:lpstr>
      <vt:lpstr>PROBLEM STATEMENT</vt:lpstr>
      <vt:lpstr>OBJECTIVES</vt:lpstr>
      <vt:lpstr>PROPOSED SYSTEM OVERVIEW</vt:lpstr>
      <vt:lpstr>DATASET </vt:lpstr>
      <vt:lpstr>REQUIREMENTS</vt:lpstr>
      <vt:lpstr>SYSTEM MODULES</vt:lpstr>
      <vt:lpstr>KEY FEATURES</vt:lpstr>
      <vt:lpstr>Model Performance</vt:lpstr>
      <vt:lpstr>PPE Detection Classes</vt:lpstr>
      <vt:lpstr>INNOVATIVE SOLUTIONS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Eashwer Jamalpur</dc:creator>
  <cp:lastModifiedBy>Eashwer Jamalpur</cp:lastModifiedBy>
  <cp:revision>23</cp:revision>
  <dcterms:created xsi:type="dcterms:W3CDTF">2025-10-07T12:43:44Z</dcterms:created>
  <dcterms:modified xsi:type="dcterms:W3CDTF">2025-10-09T13:17:32Z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